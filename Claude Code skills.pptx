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78" r:id="rId9"/>
    <p:sldId id="262" r:id="rId10"/>
    <p:sldId id="264" r:id="rId11"/>
    <p:sldId id="268" r:id="rId12"/>
    <p:sldId id="265" r:id="rId13"/>
    <p:sldId id="266" r:id="rId14"/>
    <p:sldId id="267" r:id="rId15"/>
    <p:sldId id="269" r:id="rId16"/>
    <p:sldId id="279" r:id="rId17"/>
    <p:sldId id="270" r:id="rId18"/>
    <p:sldId id="271" r:id="rId19"/>
    <p:sldId id="272" r:id="rId20"/>
    <p:sldId id="273" r:id="rId21"/>
    <p:sldId id="274" r:id="rId22"/>
    <p:sldId id="275" r:id="rId23"/>
    <p:sldId id="276" r:id="rId24"/>
    <p:sldId id="280" r:id="rId25"/>
    <p:sldId id="277" r:id="rId26"/>
    <p:sldId id="281" r:id="rId27"/>
    <p:sldId id="282" r:id="rId28"/>
    <p:sldId id="283" r:id="rId29"/>
    <p:sldId id="284" r:id="rId30"/>
    <p:sldId id="285" r:id="rId31"/>
    <p:sldId id="286" r:id="rId32"/>
    <p:sldId id="289" r:id="rId33"/>
    <p:sldId id="288" r:id="rId34"/>
    <p:sldId id="287"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DDE3C-9A9B-4319-82B0-DBA3126FD511}" v="21" dt="2026-01-05T00:53:47.7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3" autoAdjust="0"/>
    <p:restoredTop sz="94660"/>
  </p:normalViewPr>
  <p:slideViewPr>
    <p:cSldViewPr snapToGrid="0">
      <p:cViewPr varScale="1">
        <p:scale>
          <a:sx n="88" d="100"/>
          <a:sy n="88" d="100"/>
        </p:scale>
        <p:origin x="98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ozhong Liu" userId="1a0da9163b2f1321" providerId="LiveId" clId="{9E039210-9A9B-4D2A-9E5F-3BB0F9D7A0FD}"/>
    <pc:docChg chg="custSel addSld modSld">
      <pc:chgData name="Baozhong Liu" userId="1a0da9163b2f1321" providerId="LiveId" clId="{9E039210-9A9B-4D2A-9E5F-3BB0F9D7A0FD}" dt="2026-01-05T00:56:02.392" v="580" actId="22"/>
      <pc:docMkLst>
        <pc:docMk/>
      </pc:docMkLst>
      <pc:sldChg chg="modSp mod">
        <pc:chgData name="Baozhong Liu" userId="1a0da9163b2f1321" providerId="LiveId" clId="{9E039210-9A9B-4D2A-9E5F-3BB0F9D7A0FD}" dt="2026-01-04T23:09:36.643" v="53" actId="20577"/>
        <pc:sldMkLst>
          <pc:docMk/>
          <pc:sldMk cId="1177636763" sldId="256"/>
        </pc:sldMkLst>
        <pc:spChg chg="mod">
          <ac:chgData name="Baozhong Liu" userId="1a0da9163b2f1321" providerId="LiveId" clId="{9E039210-9A9B-4D2A-9E5F-3BB0F9D7A0FD}" dt="2026-01-03T23:58:07.733" v="29" actId="20577"/>
          <ac:spMkLst>
            <pc:docMk/>
            <pc:sldMk cId="1177636763" sldId="256"/>
            <ac:spMk id="2" creationId="{F44B829C-160C-E2E4-CDB9-BA987625B4BE}"/>
          </ac:spMkLst>
        </pc:spChg>
        <pc:spChg chg="mod">
          <ac:chgData name="Baozhong Liu" userId="1a0da9163b2f1321" providerId="LiveId" clId="{9E039210-9A9B-4D2A-9E5F-3BB0F9D7A0FD}" dt="2026-01-04T23:09:36.643" v="53" actId="20577"/>
          <ac:spMkLst>
            <pc:docMk/>
            <pc:sldMk cId="1177636763" sldId="256"/>
            <ac:spMk id="3" creationId="{11A60008-D985-AD96-3FF8-365C7CEAE96B}"/>
          </ac:spMkLst>
        </pc:spChg>
      </pc:sldChg>
      <pc:sldChg chg="addSp delSp modSp new mod modAnim">
        <pc:chgData name="Baozhong Liu" userId="1a0da9163b2f1321" providerId="LiveId" clId="{9E039210-9A9B-4D2A-9E5F-3BB0F9D7A0FD}" dt="2026-01-03T23:59:08.262" v="36" actId="14100"/>
        <pc:sldMkLst>
          <pc:docMk/>
          <pc:sldMk cId="2622952323" sldId="257"/>
        </pc:sldMkLst>
        <pc:picChg chg="add mod">
          <ac:chgData name="Baozhong Liu" userId="1a0da9163b2f1321" providerId="LiveId" clId="{9E039210-9A9B-4D2A-9E5F-3BB0F9D7A0FD}" dt="2026-01-03T23:59:08.262" v="36" actId="14100"/>
          <ac:picMkLst>
            <pc:docMk/>
            <pc:sldMk cId="2622952323" sldId="257"/>
            <ac:picMk id="4" creationId="{ED751DB4-D39A-291C-BE7F-59A88B4E2897}"/>
          </ac:picMkLst>
        </pc:picChg>
      </pc:sldChg>
      <pc:sldChg chg="addSp delSp new mod">
        <pc:chgData name="Baozhong Liu" userId="1a0da9163b2f1321" providerId="LiveId" clId="{9E039210-9A9B-4D2A-9E5F-3BB0F9D7A0FD}" dt="2026-01-04T23:08:41.946" v="42" actId="22"/>
        <pc:sldMkLst>
          <pc:docMk/>
          <pc:sldMk cId="1430737606" sldId="258"/>
        </pc:sldMkLst>
        <pc:picChg chg="add del">
          <ac:chgData name="Baozhong Liu" userId="1a0da9163b2f1321" providerId="LiveId" clId="{9E039210-9A9B-4D2A-9E5F-3BB0F9D7A0FD}" dt="2026-01-04T23:08:26.417" v="41" actId="478"/>
          <ac:picMkLst>
            <pc:docMk/>
            <pc:sldMk cId="1430737606" sldId="258"/>
            <ac:picMk id="5" creationId="{FBF397CF-B21C-8480-C349-507C602E04E2}"/>
          </ac:picMkLst>
        </pc:picChg>
        <pc:picChg chg="add">
          <ac:chgData name="Baozhong Liu" userId="1a0da9163b2f1321" providerId="LiveId" clId="{9E039210-9A9B-4D2A-9E5F-3BB0F9D7A0FD}" dt="2026-01-04T23:08:41.946" v="42" actId="22"/>
          <ac:picMkLst>
            <pc:docMk/>
            <pc:sldMk cId="1430737606" sldId="258"/>
            <ac:picMk id="7" creationId="{6E53845D-D3BE-AAE1-EE5A-6E7705CDEE3F}"/>
          </ac:picMkLst>
        </pc:picChg>
      </pc:sldChg>
      <pc:sldChg chg="modSp new mod">
        <pc:chgData name="Baozhong Liu" userId="1a0da9163b2f1321" providerId="LiveId" clId="{9E039210-9A9B-4D2A-9E5F-3BB0F9D7A0FD}" dt="2026-01-04T23:18:02.085" v="93" actId="13926"/>
        <pc:sldMkLst>
          <pc:docMk/>
          <pc:sldMk cId="3670533881" sldId="259"/>
        </pc:sldMkLst>
        <pc:spChg chg="mod">
          <ac:chgData name="Baozhong Liu" userId="1a0da9163b2f1321" providerId="LiveId" clId="{9E039210-9A9B-4D2A-9E5F-3BB0F9D7A0FD}" dt="2026-01-04T23:11:36.604" v="75" actId="20577"/>
          <ac:spMkLst>
            <pc:docMk/>
            <pc:sldMk cId="3670533881" sldId="259"/>
            <ac:spMk id="2" creationId="{4AA90F5B-E28F-295E-AEC8-EE8819520226}"/>
          </ac:spMkLst>
        </pc:spChg>
        <pc:spChg chg="mod">
          <ac:chgData name="Baozhong Liu" userId="1a0da9163b2f1321" providerId="LiveId" clId="{9E039210-9A9B-4D2A-9E5F-3BB0F9D7A0FD}" dt="2026-01-04T23:18:02.085" v="93" actId="13926"/>
          <ac:spMkLst>
            <pc:docMk/>
            <pc:sldMk cId="3670533881" sldId="259"/>
            <ac:spMk id="3" creationId="{48711C74-1B5F-72B1-5E3A-296592D1C634}"/>
          </ac:spMkLst>
        </pc:spChg>
      </pc:sldChg>
      <pc:sldChg chg="addSp delSp new mod">
        <pc:chgData name="Baozhong Liu" userId="1a0da9163b2f1321" providerId="LiveId" clId="{9E039210-9A9B-4D2A-9E5F-3BB0F9D7A0FD}" dt="2026-01-04T23:20:17.138" v="97" actId="22"/>
        <pc:sldMkLst>
          <pc:docMk/>
          <pc:sldMk cId="694924645" sldId="260"/>
        </pc:sldMkLst>
        <pc:spChg chg="del">
          <ac:chgData name="Baozhong Liu" userId="1a0da9163b2f1321" providerId="LiveId" clId="{9E039210-9A9B-4D2A-9E5F-3BB0F9D7A0FD}" dt="2026-01-04T23:18:58.849" v="96" actId="478"/>
          <ac:spMkLst>
            <pc:docMk/>
            <pc:sldMk cId="694924645" sldId="260"/>
            <ac:spMk id="2" creationId="{E51B34A6-6824-B1E0-082A-CA5F349CF0F1}"/>
          </ac:spMkLst>
        </pc:spChg>
        <pc:spChg chg="del">
          <ac:chgData name="Baozhong Liu" userId="1a0da9163b2f1321" providerId="LiveId" clId="{9E039210-9A9B-4D2A-9E5F-3BB0F9D7A0FD}" dt="2026-01-04T23:18:57.178" v="95" actId="478"/>
          <ac:spMkLst>
            <pc:docMk/>
            <pc:sldMk cId="694924645" sldId="260"/>
            <ac:spMk id="3" creationId="{F3DB43EC-DE70-C18F-A280-FF049CD1873C}"/>
          </ac:spMkLst>
        </pc:spChg>
        <pc:picChg chg="add">
          <ac:chgData name="Baozhong Liu" userId="1a0da9163b2f1321" providerId="LiveId" clId="{9E039210-9A9B-4D2A-9E5F-3BB0F9D7A0FD}" dt="2026-01-04T23:20:17.138" v="97" actId="22"/>
          <ac:picMkLst>
            <pc:docMk/>
            <pc:sldMk cId="694924645" sldId="260"/>
            <ac:picMk id="5" creationId="{1669B92C-0445-6C4E-31AB-87ABA62523C9}"/>
          </ac:picMkLst>
        </pc:picChg>
      </pc:sldChg>
      <pc:sldChg chg="addSp new mod">
        <pc:chgData name="Baozhong Liu" userId="1a0da9163b2f1321" providerId="LiveId" clId="{9E039210-9A9B-4D2A-9E5F-3BB0F9D7A0FD}" dt="2026-01-04T23:21:45.746" v="99" actId="22"/>
        <pc:sldMkLst>
          <pc:docMk/>
          <pc:sldMk cId="129230819" sldId="261"/>
        </pc:sldMkLst>
        <pc:picChg chg="add">
          <ac:chgData name="Baozhong Liu" userId="1a0da9163b2f1321" providerId="LiveId" clId="{9E039210-9A9B-4D2A-9E5F-3BB0F9D7A0FD}" dt="2026-01-04T23:21:45.746" v="99" actId="22"/>
          <ac:picMkLst>
            <pc:docMk/>
            <pc:sldMk cId="129230819" sldId="261"/>
            <ac:picMk id="5" creationId="{BF6168CC-3E27-9EA9-993D-97CCD5C21FB2}"/>
          </ac:picMkLst>
        </pc:picChg>
      </pc:sldChg>
      <pc:sldChg chg="addSp modSp new mod">
        <pc:chgData name="Baozhong Liu" userId="1a0da9163b2f1321" providerId="LiveId" clId="{9E039210-9A9B-4D2A-9E5F-3BB0F9D7A0FD}" dt="2026-01-04T23:27:58.084" v="111" actId="14100"/>
        <pc:sldMkLst>
          <pc:docMk/>
          <pc:sldMk cId="4014073737" sldId="262"/>
        </pc:sldMkLst>
        <pc:picChg chg="add mod">
          <ac:chgData name="Baozhong Liu" userId="1a0da9163b2f1321" providerId="LiveId" clId="{9E039210-9A9B-4D2A-9E5F-3BB0F9D7A0FD}" dt="2026-01-04T23:27:58.084" v="111" actId="14100"/>
          <ac:picMkLst>
            <pc:docMk/>
            <pc:sldMk cId="4014073737" sldId="262"/>
            <ac:picMk id="5" creationId="{ED4CA452-23F6-1F76-E7BC-463AC6254FC7}"/>
          </ac:picMkLst>
        </pc:picChg>
      </pc:sldChg>
      <pc:sldChg chg="addSp new mod">
        <pc:chgData name="Baozhong Liu" userId="1a0da9163b2f1321" providerId="LiveId" clId="{9E039210-9A9B-4D2A-9E5F-3BB0F9D7A0FD}" dt="2026-01-04T23:24:00.225" v="102" actId="22"/>
        <pc:sldMkLst>
          <pc:docMk/>
          <pc:sldMk cId="1580720116" sldId="263"/>
        </pc:sldMkLst>
        <pc:picChg chg="add">
          <ac:chgData name="Baozhong Liu" userId="1a0da9163b2f1321" providerId="LiveId" clId="{9E039210-9A9B-4D2A-9E5F-3BB0F9D7A0FD}" dt="2026-01-04T23:24:00.225" v="102" actId="22"/>
          <ac:picMkLst>
            <pc:docMk/>
            <pc:sldMk cId="1580720116" sldId="263"/>
            <ac:picMk id="5" creationId="{3B9397D5-9AE0-A015-1739-DF97E39F2246}"/>
          </ac:picMkLst>
        </pc:picChg>
      </pc:sldChg>
      <pc:sldChg chg="addSp modSp new mod">
        <pc:chgData name="Baozhong Liu" userId="1a0da9163b2f1321" providerId="LiveId" clId="{9E039210-9A9B-4D2A-9E5F-3BB0F9D7A0FD}" dt="2026-01-04T23:27:03.757" v="107" actId="14100"/>
        <pc:sldMkLst>
          <pc:docMk/>
          <pc:sldMk cId="1114773840" sldId="264"/>
        </pc:sldMkLst>
        <pc:picChg chg="add mod">
          <ac:chgData name="Baozhong Liu" userId="1a0da9163b2f1321" providerId="LiveId" clId="{9E039210-9A9B-4D2A-9E5F-3BB0F9D7A0FD}" dt="2026-01-04T23:27:03.757" v="107" actId="14100"/>
          <ac:picMkLst>
            <pc:docMk/>
            <pc:sldMk cId="1114773840" sldId="264"/>
            <ac:picMk id="5" creationId="{64EF0858-2B2C-0BE5-2AAE-EA493169AC21}"/>
          </ac:picMkLst>
        </pc:picChg>
      </pc:sldChg>
      <pc:sldChg chg="addSp delSp new mod">
        <pc:chgData name="Baozhong Liu" userId="1a0da9163b2f1321" providerId="LiveId" clId="{9E039210-9A9B-4D2A-9E5F-3BB0F9D7A0FD}" dt="2026-01-04T23:29:03.254" v="114" actId="478"/>
        <pc:sldMkLst>
          <pc:docMk/>
          <pc:sldMk cId="1052035529" sldId="265"/>
        </pc:sldMkLst>
        <pc:spChg chg="del">
          <ac:chgData name="Baozhong Liu" userId="1a0da9163b2f1321" providerId="LiveId" clId="{9E039210-9A9B-4D2A-9E5F-3BB0F9D7A0FD}" dt="2026-01-04T23:29:03.254" v="114" actId="478"/>
          <ac:spMkLst>
            <pc:docMk/>
            <pc:sldMk cId="1052035529" sldId="265"/>
            <ac:spMk id="2" creationId="{99B1E7AB-B15F-FC09-3B20-DE2D0E2EEB68}"/>
          </ac:spMkLst>
        </pc:spChg>
        <pc:spChg chg="del">
          <ac:chgData name="Baozhong Liu" userId="1a0da9163b2f1321" providerId="LiveId" clId="{9E039210-9A9B-4D2A-9E5F-3BB0F9D7A0FD}" dt="2026-01-04T23:29:01.398" v="113" actId="478"/>
          <ac:spMkLst>
            <pc:docMk/>
            <pc:sldMk cId="1052035529" sldId="265"/>
            <ac:spMk id="3" creationId="{8D78CD1D-40F2-792D-8CC2-7816096C7F3A}"/>
          </ac:spMkLst>
        </pc:spChg>
        <pc:picChg chg="add">
          <ac:chgData name="Baozhong Liu" userId="1a0da9163b2f1321" providerId="LiveId" clId="{9E039210-9A9B-4D2A-9E5F-3BB0F9D7A0FD}" dt="2026-01-04T23:28:55.520" v="112" actId="22"/>
          <ac:picMkLst>
            <pc:docMk/>
            <pc:sldMk cId="1052035529" sldId="265"/>
            <ac:picMk id="5" creationId="{3607CCBF-F94F-77F3-81F5-874C4637FAC0}"/>
          </ac:picMkLst>
        </pc:picChg>
      </pc:sldChg>
      <pc:sldChg chg="addSp delSp new mod">
        <pc:chgData name="Baozhong Liu" userId="1a0da9163b2f1321" providerId="LiveId" clId="{9E039210-9A9B-4D2A-9E5F-3BB0F9D7A0FD}" dt="2026-01-04T23:32:52.609" v="121" actId="22"/>
        <pc:sldMkLst>
          <pc:docMk/>
          <pc:sldMk cId="526845430" sldId="266"/>
        </pc:sldMkLst>
        <pc:picChg chg="add del">
          <ac:chgData name="Baozhong Liu" userId="1a0da9163b2f1321" providerId="LiveId" clId="{9E039210-9A9B-4D2A-9E5F-3BB0F9D7A0FD}" dt="2026-01-04T23:31:35.053" v="118" actId="478"/>
          <ac:picMkLst>
            <pc:docMk/>
            <pc:sldMk cId="526845430" sldId="266"/>
            <ac:picMk id="5" creationId="{0D5208B8-9333-9827-ADE0-7540DC24FD80}"/>
          </ac:picMkLst>
        </pc:picChg>
        <pc:picChg chg="add del">
          <ac:chgData name="Baozhong Liu" userId="1a0da9163b2f1321" providerId="LiveId" clId="{9E039210-9A9B-4D2A-9E5F-3BB0F9D7A0FD}" dt="2026-01-04T23:32:20.749" v="120" actId="478"/>
          <ac:picMkLst>
            <pc:docMk/>
            <pc:sldMk cId="526845430" sldId="266"/>
            <ac:picMk id="7" creationId="{BA3E9439-48A0-070D-D5F0-21EF7D99DD9A}"/>
          </ac:picMkLst>
        </pc:picChg>
        <pc:picChg chg="add">
          <ac:chgData name="Baozhong Liu" userId="1a0da9163b2f1321" providerId="LiveId" clId="{9E039210-9A9B-4D2A-9E5F-3BB0F9D7A0FD}" dt="2026-01-04T23:32:52.609" v="121" actId="22"/>
          <ac:picMkLst>
            <pc:docMk/>
            <pc:sldMk cId="526845430" sldId="266"/>
            <ac:picMk id="9" creationId="{0956C64C-3491-28A1-26F4-0B75B25E58FE}"/>
          </ac:picMkLst>
        </pc:picChg>
      </pc:sldChg>
      <pc:sldChg chg="addSp new mod">
        <pc:chgData name="Baozhong Liu" userId="1a0da9163b2f1321" providerId="LiveId" clId="{9E039210-9A9B-4D2A-9E5F-3BB0F9D7A0FD}" dt="2026-01-04T23:37:56.139" v="216" actId="22"/>
        <pc:sldMkLst>
          <pc:docMk/>
          <pc:sldMk cId="2695147536" sldId="267"/>
        </pc:sldMkLst>
        <pc:picChg chg="add">
          <ac:chgData name="Baozhong Liu" userId="1a0da9163b2f1321" providerId="LiveId" clId="{9E039210-9A9B-4D2A-9E5F-3BB0F9D7A0FD}" dt="2026-01-04T23:37:56.139" v="216" actId="22"/>
          <ac:picMkLst>
            <pc:docMk/>
            <pc:sldMk cId="2695147536" sldId="267"/>
            <ac:picMk id="5" creationId="{DC26286D-5376-4872-5F1A-FC9B7378C2B6}"/>
          </ac:picMkLst>
        </pc:picChg>
      </pc:sldChg>
      <pc:sldChg chg="modSp new mod">
        <pc:chgData name="Baozhong Liu" userId="1a0da9163b2f1321" providerId="LiveId" clId="{9E039210-9A9B-4D2A-9E5F-3BB0F9D7A0FD}" dt="2026-01-04T23:36:16.662" v="215" actId="20577"/>
        <pc:sldMkLst>
          <pc:docMk/>
          <pc:sldMk cId="3777161976" sldId="268"/>
        </pc:sldMkLst>
        <pc:spChg chg="mod">
          <ac:chgData name="Baozhong Liu" userId="1a0da9163b2f1321" providerId="LiveId" clId="{9E039210-9A9B-4D2A-9E5F-3BB0F9D7A0FD}" dt="2026-01-04T23:35:10.837" v="144" actId="20577"/>
          <ac:spMkLst>
            <pc:docMk/>
            <pc:sldMk cId="3777161976" sldId="268"/>
            <ac:spMk id="2" creationId="{73F20B12-B962-6E96-FA46-F4BCFD4156D6}"/>
          </ac:spMkLst>
        </pc:spChg>
        <pc:spChg chg="mod">
          <ac:chgData name="Baozhong Liu" userId="1a0da9163b2f1321" providerId="LiveId" clId="{9E039210-9A9B-4D2A-9E5F-3BB0F9D7A0FD}" dt="2026-01-04T23:36:16.662" v="215" actId="20577"/>
          <ac:spMkLst>
            <pc:docMk/>
            <pc:sldMk cId="3777161976" sldId="268"/>
            <ac:spMk id="3" creationId="{230333AD-8457-0A48-3F59-EA97A0C3808F}"/>
          </ac:spMkLst>
        </pc:spChg>
      </pc:sldChg>
      <pc:sldChg chg="addSp new mod">
        <pc:chgData name="Baozhong Liu" userId="1a0da9163b2f1321" providerId="LiveId" clId="{9E039210-9A9B-4D2A-9E5F-3BB0F9D7A0FD}" dt="2026-01-04T23:40:26.022" v="218" actId="22"/>
        <pc:sldMkLst>
          <pc:docMk/>
          <pc:sldMk cId="3090066125" sldId="269"/>
        </pc:sldMkLst>
        <pc:picChg chg="add">
          <ac:chgData name="Baozhong Liu" userId="1a0da9163b2f1321" providerId="LiveId" clId="{9E039210-9A9B-4D2A-9E5F-3BB0F9D7A0FD}" dt="2026-01-04T23:40:26.022" v="218" actId="22"/>
          <ac:picMkLst>
            <pc:docMk/>
            <pc:sldMk cId="3090066125" sldId="269"/>
            <ac:picMk id="5" creationId="{F160EFD2-B4FC-0741-C4C1-B690E178DD6E}"/>
          </ac:picMkLst>
        </pc:picChg>
      </pc:sldChg>
      <pc:sldChg chg="addSp new mod">
        <pc:chgData name="Baozhong Liu" userId="1a0da9163b2f1321" providerId="LiveId" clId="{9E039210-9A9B-4D2A-9E5F-3BB0F9D7A0FD}" dt="2026-01-04T23:42:43.603" v="220" actId="22"/>
        <pc:sldMkLst>
          <pc:docMk/>
          <pc:sldMk cId="1178404637" sldId="270"/>
        </pc:sldMkLst>
        <pc:picChg chg="add">
          <ac:chgData name="Baozhong Liu" userId="1a0da9163b2f1321" providerId="LiveId" clId="{9E039210-9A9B-4D2A-9E5F-3BB0F9D7A0FD}" dt="2026-01-04T23:42:43.603" v="220" actId="22"/>
          <ac:picMkLst>
            <pc:docMk/>
            <pc:sldMk cId="1178404637" sldId="270"/>
            <ac:picMk id="5" creationId="{EFE8E491-CCF7-6754-7044-65EB5A01AABD}"/>
          </ac:picMkLst>
        </pc:picChg>
      </pc:sldChg>
      <pc:sldChg chg="addSp modSp new mod">
        <pc:chgData name="Baozhong Liu" userId="1a0da9163b2f1321" providerId="LiveId" clId="{9E039210-9A9B-4D2A-9E5F-3BB0F9D7A0FD}" dt="2026-01-04T23:45:16.375" v="273" actId="207"/>
        <pc:sldMkLst>
          <pc:docMk/>
          <pc:sldMk cId="3350456633" sldId="271"/>
        </pc:sldMkLst>
        <pc:spChg chg="add mod">
          <ac:chgData name="Baozhong Liu" userId="1a0da9163b2f1321" providerId="LiveId" clId="{9E039210-9A9B-4D2A-9E5F-3BB0F9D7A0FD}" dt="2026-01-04T23:44:50.300" v="227" actId="208"/>
          <ac:spMkLst>
            <pc:docMk/>
            <pc:sldMk cId="3350456633" sldId="271"/>
            <ac:spMk id="6" creationId="{21E0FEA4-A4BF-273F-F7DB-EE6B8FA01B94}"/>
          </ac:spMkLst>
        </pc:spChg>
        <pc:spChg chg="add mod">
          <ac:chgData name="Baozhong Liu" userId="1a0da9163b2f1321" providerId="LiveId" clId="{9E039210-9A9B-4D2A-9E5F-3BB0F9D7A0FD}" dt="2026-01-04T23:45:16.375" v="273" actId="207"/>
          <ac:spMkLst>
            <pc:docMk/>
            <pc:sldMk cId="3350456633" sldId="271"/>
            <ac:spMk id="7" creationId="{2F7B75C2-3009-C479-2B62-26E0F4ED5031}"/>
          </ac:spMkLst>
        </pc:spChg>
        <pc:picChg chg="add">
          <ac:chgData name="Baozhong Liu" userId="1a0da9163b2f1321" providerId="LiveId" clId="{9E039210-9A9B-4D2A-9E5F-3BB0F9D7A0FD}" dt="2026-01-04T23:43:26.801" v="222" actId="22"/>
          <ac:picMkLst>
            <pc:docMk/>
            <pc:sldMk cId="3350456633" sldId="271"/>
            <ac:picMk id="5" creationId="{78F0BF92-3205-F66C-3E8F-9F25AC100CEB}"/>
          </ac:picMkLst>
        </pc:picChg>
      </pc:sldChg>
      <pc:sldChg chg="addSp new mod">
        <pc:chgData name="Baozhong Liu" userId="1a0da9163b2f1321" providerId="LiveId" clId="{9E039210-9A9B-4D2A-9E5F-3BB0F9D7A0FD}" dt="2026-01-04T23:46:20.858" v="274" actId="22"/>
        <pc:sldMkLst>
          <pc:docMk/>
          <pc:sldMk cId="1571508789" sldId="272"/>
        </pc:sldMkLst>
        <pc:picChg chg="add">
          <ac:chgData name="Baozhong Liu" userId="1a0da9163b2f1321" providerId="LiveId" clId="{9E039210-9A9B-4D2A-9E5F-3BB0F9D7A0FD}" dt="2026-01-04T23:46:20.858" v="274" actId="22"/>
          <ac:picMkLst>
            <pc:docMk/>
            <pc:sldMk cId="1571508789" sldId="272"/>
            <ac:picMk id="5" creationId="{9B80365D-188D-8415-DA99-E02FFB570CA2}"/>
          </ac:picMkLst>
        </pc:picChg>
      </pc:sldChg>
      <pc:sldChg chg="addSp new mod">
        <pc:chgData name="Baozhong Liu" userId="1a0da9163b2f1321" providerId="LiveId" clId="{9E039210-9A9B-4D2A-9E5F-3BB0F9D7A0FD}" dt="2026-01-04T23:47:25.141" v="276" actId="22"/>
        <pc:sldMkLst>
          <pc:docMk/>
          <pc:sldMk cId="1171360250" sldId="273"/>
        </pc:sldMkLst>
        <pc:picChg chg="add">
          <ac:chgData name="Baozhong Liu" userId="1a0da9163b2f1321" providerId="LiveId" clId="{9E039210-9A9B-4D2A-9E5F-3BB0F9D7A0FD}" dt="2026-01-04T23:47:25.141" v="276" actId="22"/>
          <ac:picMkLst>
            <pc:docMk/>
            <pc:sldMk cId="1171360250" sldId="273"/>
            <ac:picMk id="5" creationId="{6864A421-6B5C-8EE0-86A0-C08C8FD45F4A}"/>
          </ac:picMkLst>
        </pc:picChg>
      </pc:sldChg>
      <pc:sldChg chg="addSp new mod">
        <pc:chgData name="Baozhong Liu" userId="1a0da9163b2f1321" providerId="LiveId" clId="{9E039210-9A9B-4D2A-9E5F-3BB0F9D7A0FD}" dt="2026-01-04T23:48:13.423" v="278" actId="22"/>
        <pc:sldMkLst>
          <pc:docMk/>
          <pc:sldMk cId="3167921497" sldId="274"/>
        </pc:sldMkLst>
        <pc:picChg chg="add">
          <ac:chgData name="Baozhong Liu" userId="1a0da9163b2f1321" providerId="LiveId" clId="{9E039210-9A9B-4D2A-9E5F-3BB0F9D7A0FD}" dt="2026-01-04T23:48:13.423" v="278" actId="22"/>
          <ac:picMkLst>
            <pc:docMk/>
            <pc:sldMk cId="3167921497" sldId="274"/>
            <ac:picMk id="5" creationId="{56371C62-4A75-604C-88E3-07B8FB8E65C4}"/>
          </ac:picMkLst>
        </pc:picChg>
      </pc:sldChg>
      <pc:sldChg chg="addSp delSp modSp new mod">
        <pc:chgData name="Baozhong Liu" userId="1a0da9163b2f1321" providerId="LiveId" clId="{9E039210-9A9B-4D2A-9E5F-3BB0F9D7A0FD}" dt="2026-01-04T23:53:26.390" v="371" actId="20577"/>
        <pc:sldMkLst>
          <pc:docMk/>
          <pc:sldMk cId="1164454781" sldId="275"/>
        </pc:sldMkLst>
        <pc:spChg chg="mod">
          <ac:chgData name="Baozhong Liu" userId="1a0da9163b2f1321" providerId="LiveId" clId="{9E039210-9A9B-4D2A-9E5F-3BB0F9D7A0FD}" dt="2026-01-04T23:51:11.904" v="338" actId="20577"/>
          <ac:spMkLst>
            <pc:docMk/>
            <pc:sldMk cId="1164454781" sldId="275"/>
            <ac:spMk id="2" creationId="{796C1464-DC0B-C2F6-C307-1BB207FAAFEC}"/>
          </ac:spMkLst>
        </pc:spChg>
        <pc:spChg chg="del">
          <ac:chgData name="Baozhong Liu" userId="1a0da9163b2f1321" providerId="LiveId" clId="{9E039210-9A9B-4D2A-9E5F-3BB0F9D7A0FD}" dt="2026-01-04T23:51:47.859" v="341" actId="478"/>
          <ac:spMkLst>
            <pc:docMk/>
            <pc:sldMk cId="1164454781" sldId="275"/>
            <ac:spMk id="3" creationId="{1FD90DB9-2474-2270-FCA5-CE6E5F5B5CF4}"/>
          </ac:spMkLst>
        </pc:spChg>
        <pc:spChg chg="add mod">
          <ac:chgData name="Baozhong Liu" userId="1a0da9163b2f1321" providerId="LiveId" clId="{9E039210-9A9B-4D2A-9E5F-3BB0F9D7A0FD}" dt="2026-01-04T23:53:26.390" v="371" actId="20577"/>
          <ac:spMkLst>
            <pc:docMk/>
            <pc:sldMk cId="1164454781" sldId="275"/>
            <ac:spMk id="8" creationId="{EF7E10D2-883F-3034-E9F2-F458CBDEA513}"/>
          </ac:spMkLst>
        </pc:spChg>
        <pc:picChg chg="add mod">
          <ac:chgData name="Baozhong Liu" userId="1a0da9163b2f1321" providerId="LiveId" clId="{9E039210-9A9B-4D2A-9E5F-3BB0F9D7A0FD}" dt="2026-01-04T23:51:55.041" v="344" actId="14100"/>
          <ac:picMkLst>
            <pc:docMk/>
            <pc:sldMk cId="1164454781" sldId="275"/>
            <ac:picMk id="5" creationId="{BDDC41FC-75A2-B406-6B8F-0AA2AF734AE6}"/>
          </ac:picMkLst>
        </pc:picChg>
        <pc:picChg chg="add mod">
          <ac:chgData name="Baozhong Liu" userId="1a0da9163b2f1321" providerId="LiveId" clId="{9E039210-9A9B-4D2A-9E5F-3BB0F9D7A0FD}" dt="2026-01-04T23:53:12.784" v="346" actId="1076"/>
          <ac:picMkLst>
            <pc:docMk/>
            <pc:sldMk cId="1164454781" sldId="275"/>
            <ac:picMk id="7" creationId="{99F6C310-53EF-B259-03F8-3B09703634D2}"/>
          </ac:picMkLst>
        </pc:picChg>
      </pc:sldChg>
      <pc:sldChg chg="addSp new mod">
        <pc:chgData name="Baozhong Liu" userId="1a0da9163b2f1321" providerId="LiveId" clId="{9E039210-9A9B-4D2A-9E5F-3BB0F9D7A0FD}" dt="2026-01-05T00:16:39.241" v="372" actId="22"/>
        <pc:sldMkLst>
          <pc:docMk/>
          <pc:sldMk cId="2150515403" sldId="276"/>
        </pc:sldMkLst>
        <pc:picChg chg="add">
          <ac:chgData name="Baozhong Liu" userId="1a0da9163b2f1321" providerId="LiveId" clId="{9E039210-9A9B-4D2A-9E5F-3BB0F9D7A0FD}" dt="2026-01-05T00:16:39.241" v="372" actId="22"/>
          <ac:picMkLst>
            <pc:docMk/>
            <pc:sldMk cId="2150515403" sldId="276"/>
            <ac:picMk id="5" creationId="{F6760C48-F51D-E40A-F4DC-41DFF3804A2A}"/>
          </ac:picMkLst>
        </pc:picChg>
      </pc:sldChg>
      <pc:sldChg chg="addSp modSp new mod">
        <pc:chgData name="Baozhong Liu" userId="1a0da9163b2f1321" providerId="LiveId" clId="{9E039210-9A9B-4D2A-9E5F-3BB0F9D7A0FD}" dt="2026-01-05T00:22:15.081" v="473" actId="13926"/>
        <pc:sldMkLst>
          <pc:docMk/>
          <pc:sldMk cId="3867989687" sldId="277"/>
        </pc:sldMkLst>
        <pc:spChg chg="add mod">
          <ac:chgData name="Baozhong Liu" userId="1a0da9163b2f1321" providerId="LiveId" clId="{9E039210-9A9B-4D2A-9E5F-3BB0F9D7A0FD}" dt="2026-01-05T00:21:57.897" v="452" actId="14100"/>
          <ac:spMkLst>
            <pc:docMk/>
            <pc:sldMk cId="3867989687" sldId="277"/>
            <ac:spMk id="6" creationId="{97FBB51E-DEC8-E645-024A-3D1894C89C84}"/>
          </ac:spMkLst>
        </pc:spChg>
        <pc:spChg chg="add mod">
          <ac:chgData name="Baozhong Liu" userId="1a0da9163b2f1321" providerId="LiveId" clId="{9E039210-9A9B-4D2A-9E5F-3BB0F9D7A0FD}" dt="2026-01-05T00:22:15.081" v="473" actId="13926"/>
          <ac:spMkLst>
            <pc:docMk/>
            <pc:sldMk cId="3867989687" sldId="277"/>
            <ac:spMk id="7" creationId="{970A807F-7A90-05A3-02CB-FE91C01743E8}"/>
          </ac:spMkLst>
        </pc:spChg>
        <pc:picChg chg="add">
          <ac:chgData name="Baozhong Liu" userId="1a0da9163b2f1321" providerId="LiveId" clId="{9E039210-9A9B-4D2A-9E5F-3BB0F9D7A0FD}" dt="2026-01-05T00:19:45.011" v="447" actId="22"/>
          <ac:picMkLst>
            <pc:docMk/>
            <pc:sldMk cId="3867989687" sldId="277"/>
            <ac:picMk id="5" creationId="{83A7B08E-F1A1-D340-E754-FE9AC637F65A}"/>
          </ac:picMkLst>
        </pc:picChg>
      </pc:sldChg>
      <pc:sldChg chg="addSp delSp modSp new mod modClrScheme chgLayout">
        <pc:chgData name="Baozhong Liu" userId="1a0da9163b2f1321" providerId="LiveId" clId="{9E039210-9A9B-4D2A-9E5F-3BB0F9D7A0FD}" dt="2026-01-05T00:18:09.773" v="392" actId="20577"/>
        <pc:sldMkLst>
          <pc:docMk/>
          <pc:sldMk cId="1594557864" sldId="278"/>
        </pc:sldMkLst>
        <pc:spChg chg="del mod ord">
          <ac:chgData name="Baozhong Liu" userId="1a0da9163b2f1321" providerId="LiveId" clId="{9E039210-9A9B-4D2A-9E5F-3BB0F9D7A0FD}" dt="2026-01-05T00:18:03.619" v="375" actId="700"/>
          <ac:spMkLst>
            <pc:docMk/>
            <pc:sldMk cId="1594557864" sldId="278"/>
            <ac:spMk id="2" creationId="{6107ABBF-FE3F-4F6A-0786-30D9BE22637F}"/>
          </ac:spMkLst>
        </pc:spChg>
        <pc:spChg chg="del mod ord">
          <ac:chgData name="Baozhong Liu" userId="1a0da9163b2f1321" providerId="LiveId" clId="{9E039210-9A9B-4D2A-9E5F-3BB0F9D7A0FD}" dt="2026-01-05T00:18:03.619" v="375" actId="700"/>
          <ac:spMkLst>
            <pc:docMk/>
            <pc:sldMk cId="1594557864" sldId="278"/>
            <ac:spMk id="3" creationId="{ADEE294E-8B36-B908-B795-3EA38F8A62C4}"/>
          </ac:spMkLst>
        </pc:spChg>
        <pc:spChg chg="add mod ord">
          <ac:chgData name="Baozhong Liu" userId="1a0da9163b2f1321" providerId="LiveId" clId="{9E039210-9A9B-4D2A-9E5F-3BB0F9D7A0FD}" dt="2026-01-05T00:18:09.773" v="392" actId="20577"/>
          <ac:spMkLst>
            <pc:docMk/>
            <pc:sldMk cId="1594557864" sldId="278"/>
            <ac:spMk id="4" creationId="{F4B0D517-1EFC-E124-87F6-EBA239B500BB}"/>
          </ac:spMkLst>
        </pc:spChg>
        <pc:spChg chg="add mod ord">
          <ac:chgData name="Baozhong Liu" userId="1a0da9163b2f1321" providerId="LiveId" clId="{9E039210-9A9B-4D2A-9E5F-3BB0F9D7A0FD}" dt="2026-01-05T00:18:03.619" v="375" actId="700"/>
          <ac:spMkLst>
            <pc:docMk/>
            <pc:sldMk cId="1594557864" sldId="278"/>
            <ac:spMk id="5" creationId="{C041B927-7EEC-FFAC-E606-C39F9F16C701}"/>
          </ac:spMkLst>
        </pc:spChg>
      </pc:sldChg>
      <pc:sldChg chg="modSp add mod">
        <pc:chgData name="Baozhong Liu" userId="1a0da9163b2f1321" providerId="LiveId" clId="{9E039210-9A9B-4D2A-9E5F-3BB0F9D7A0FD}" dt="2026-01-05T00:18:44.852" v="419" actId="20577"/>
        <pc:sldMkLst>
          <pc:docMk/>
          <pc:sldMk cId="3925128882" sldId="279"/>
        </pc:sldMkLst>
        <pc:spChg chg="mod">
          <ac:chgData name="Baozhong Liu" userId="1a0da9163b2f1321" providerId="LiveId" clId="{9E039210-9A9B-4D2A-9E5F-3BB0F9D7A0FD}" dt="2026-01-05T00:18:44.852" v="419" actId="20577"/>
          <ac:spMkLst>
            <pc:docMk/>
            <pc:sldMk cId="3925128882" sldId="279"/>
            <ac:spMk id="4" creationId="{34886176-09EA-1D27-7481-BC63906D185C}"/>
          </ac:spMkLst>
        </pc:spChg>
      </pc:sldChg>
      <pc:sldChg chg="modSp add mod">
        <pc:chgData name="Baozhong Liu" userId="1a0da9163b2f1321" providerId="LiveId" clId="{9E039210-9A9B-4D2A-9E5F-3BB0F9D7A0FD}" dt="2026-01-05T00:19:03.820" v="446" actId="20577"/>
        <pc:sldMkLst>
          <pc:docMk/>
          <pc:sldMk cId="3952828580" sldId="280"/>
        </pc:sldMkLst>
        <pc:spChg chg="mod">
          <ac:chgData name="Baozhong Liu" userId="1a0da9163b2f1321" providerId="LiveId" clId="{9E039210-9A9B-4D2A-9E5F-3BB0F9D7A0FD}" dt="2026-01-05T00:19:03.820" v="446" actId="20577"/>
          <ac:spMkLst>
            <pc:docMk/>
            <pc:sldMk cId="3952828580" sldId="280"/>
            <ac:spMk id="4" creationId="{32B1454F-BB72-8D1E-D911-9694252C3DE5}"/>
          </ac:spMkLst>
        </pc:spChg>
      </pc:sldChg>
      <pc:sldChg chg="addSp new mod">
        <pc:chgData name="Baozhong Liu" userId="1a0da9163b2f1321" providerId="LiveId" clId="{9E039210-9A9B-4D2A-9E5F-3BB0F9D7A0FD}" dt="2026-01-05T00:23:19.737" v="474" actId="22"/>
        <pc:sldMkLst>
          <pc:docMk/>
          <pc:sldMk cId="2891602840" sldId="281"/>
        </pc:sldMkLst>
        <pc:picChg chg="add">
          <ac:chgData name="Baozhong Liu" userId="1a0da9163b2f1321" providerId="LiveId" clId="{9E039210-9A9B-4D2A-9E5F-3BB0F9D7A0FD}" dt="2026-01-05T00:23:19.737" v="474" actId="22"/>
          <ac:picMkLst>
            <pc:docMk/>
            <pc:sldMk cId="2891602840" sldId="281"/>
            <ac:picMk id="5" creationId="{BBFD2FC2-5275-0201-1DCC-903EC5683E9C}"/>
          </ac:picMkLst>
        </pc:picChg>
      </pc:sldChg>
      <pc:sldChg chg="addSp new mod">
        <pc:chgData name="Baozhong Liu" userId="1a0da9163b2f1321" providerId="LiveId" clId="{9E039210-9A9B-4D2A-9E5F-3BB0F9D7A0FD}" dt="2026-01-05T00:25:19.953" v="476" actId="22"/>
        <pc:sldMkLst>
          <pc:docMk/>
          <pc:sldMk cId="2511452337" sldId="282"/>
        </pc:sldMkLst>
        <pc:picChg chg="add">
          <ac:chgData name="Baozhong Liu" userId="1a0da9163b2f1321" providerId="LiveId" clId="{9E039210-9A9B-4D2A-9E5F-3BB0F9D7A0FD}" dt="2026-01-05T00:25:19.953" v="476" actId="22"/>
          <ac:picMkLst>
            <pc:docMk/>
            <pc:sldMk cId="2511452337" sldId="282"/>
            <ac:picMk id="5" creationId="{57734479-1A77-74B0-1FCE-71B58122334E}"/>
          </ac:picMkLst>
        </pc:picChg>
      </pc:sldChg>
      <pc:sldChg chg="addSp new mod">
        <pc:chgData name="Baozhong Liu" userId="1a0da9163b2f1321" providerId="LiveId" clId="{9E039210-9A9B-4D2A-9E5F-3BB0F9D7A0FD}" dt="2026-01-05T00:27:36.032" v="478" actId="22"/>
        <pc:sldMkLst>
          <pc:docMk/>
          <pc:sldMk cId="274155648" sldId="283"/>
        </pc:sldMkLst>
        <pc:picChg chg="add">
          <ac:chgData name="Baozhong Liu" userId="1a0da9163b2f1321" providerId="LiveId" clId="{9E039210-9A9B-4D2A-9E5F-3BB0F9D7A0FD}" dt="2026-01-05T00:27:36.032" v="478" actId="22"/>
          <ac:picMkLst>
            <pc:docMk/>
            <pc:sldMk cId="274155648" sldId="283"/>
            <ac:picMk id="5" creationId="{AE826E8E-D41D-C3D4-42B5-456FFFF81953}"/>
          </ac:picMkLst>
        </pc:picChg>
      </pc:sldChg>
      <pc:sldChg chg="modSp new mod">
        <pc:chgData name="Baozhong Liu" userId="1a0da9163b2f1321" providerId="LiveId" clId="{9E039210-9A9B-4D2A-9E5F-3BB0F9D7A0FD}" dt="2026-01-05T00:30:20.859" v="499" actId="207"/>
        <pc:sldMkLst>
          <pc:docMk/>
          <pc:sldMk cId="1583316782" sldId="284"/>
        </pc:sldMkLst>
        <pc:spChg chg="mod">
          <ac:chgData name="Baozhong Liu" userId="1a0da9163b2f1321" providerId="LiveId" clId="{9E039210-9A9B-4D2A-9E5F-3BB0F9D7A0FD}" dt="2026-01-05T00:29:13.132" v="486" actId="207"/>
          <ac:spMkLst>
            <pc:docMk/>
            <pc:sldMk cId="1583316782" sldId="284"/>
            <ac:spMk id="2" creationId="{353A15AF-644D-6F50-60F5-AB4588799E01}"/>
          </ac:spMkLst>
        </pc:spChg>
        <pc:spChg chg="mod">
          <ac:chgData name="Baozhong Liu" userId="1a0da9163b2f1321" providerId="LiveId" clId="{9E039210-9A9B-4D2A-9E5F-3BB0F9D7A0FD}" dt="2026-01-05T00:30:20.859" v="499" actId="207"/>
          <ac:spMkLst>
            <pc:docMk/>
            <pc:sldMk cId="1583316782" sldId="284"/>
            <ac:spMk id="3" creationId="{DABF0CE4-D9D9-7AC4-B71B-0FA1C7DB8E7E}"/>
          </ac:spMkLst>
        </pc:spChg>
      </pc:sldChg>
      <pc:sldChg chg="addSp new mod">
        <pc:chgData name="Baozhong Liu" userId="1a0da9163b2f1321" providerId="LiveId" clId="{9E039210-9A9B-4D2A-9E5F-3BB0F9D7A0FD}" dt="2026-01-05T00:31:13.854" v="501" actId="22"/>
        <pc:sldMkLst>
          <pc:docMk/>
          <pc:sldMk cId="1889413669" sldId="285"/>
        </pc:sldMkLst>
        <pc:picChg chg="add">
          <ac:chgData name="Baozhong Liu" userId="1a0da9163b2f1321" providerId="LiveId" clId="{9E039210-9A9B-4D2A-9E5F-3BB0F9D7A0FD}" dt="2026-01-05T00:31:13.854" v="501" actId="22"/>
          <ac:picMkLst>
            <pc:docMk/>
            <pc:sldMk cId="1889413669" sldId="285"/>
            <ac:picMk id="5" creationId="{0635D10B-437E-6D2C-E21F-1B62FD56CF7D}"/>
          </ac:picMkLst>
        </pc:picChg>
      </pc:sldChg>
      <pc:sldChg chg="addSp new mod">
        <pc:chgData name="Baozhong Liu" userId="1a0da9163b2f1321" providerId="LiveId" clId="{9E039210-9A9B-4D2A-9E5F-3BB0F9D7A0FD}" dt="2026-01-05T00:31:55.510" v="503" actId="22"/>
        <pc:sldMkLst>
          <pc:docMk/>
          <pc:sldMk cId="884413340" sldId="286"/>
        </pc:sldMkLst>
        <pc:picChg chg="add">
          <ac:chgData name="Baozhong Liu" userId="1a0da9163b2f1321" providerId="LiveId" clId="{9E039210-9A9B-4D2A-9E5F-3BB0F9D7A0FD}" dt="2026-01-05T00:31:55.510" v="503" actId="22"/>
          <ac:picMkLst>
            <pc:docMk/>
            <pc:sldMk cId="884413340" sldId="286"/>
            <ac:picMk id="5" creationId="{456A1BC8-3B54-B6D0-9427-A2F22C96DB3B}"/>
          </ac:picMkLst>
        </pc:picChg>
      </pc:sldChg>
      <pc:sldChg chg="addSp new mod">
        <pc:chgData name="Baozhong Liu" userId="1a0da9163b2f1321" providerId="LiveId" clId="{9E039210-9A9B-4D2A-9E5F-3BB0F9D7A0FD}" dt="2026-01-05T00:36:40.356" v="539" actId="22"/>
        <pc:sldMkLst>
          <pc:docMk/>
          <pc:sldMk cId="3477955944" sldId="287"/>
        </pc:sldMkLst>
        <pc:picChg chg="add">
          <ac:chgData name="Baozhong Liu" userId="1a0da9163b2f1321" providerId="LiveId" clId="{9E039210-9A9B-4D2A-9E5F-3BB0F9D7A0FD}" dt="2026-01-05T00:36:40.356" v="539" actId="22"/>
          <ac:picMkLst>
            <pc:docMk/>
            <pc:sldMk cId="3477955944" sldId="287"/>
            <ac:picMk id="5" creationId="{01367432-7AAF-C10B-28C8-FAC7A509BE35}"/>
          </ac:picMkLst>
        </pc:picChg>
      </pc:sldChg>
      <pc:sldChg chg="modSp add mod">
        <pc:chgData name="Baozhong Liu" userId="1a0da9163b2f1321" providerId="LiveId" clId="{9E039210-9A9B-4D2A-9E5F-3BB0F9D7A0FD}" dt="2026-01-05T00:35:17.479" v="538" actId="20577"/>
        <pc:sldMkLst>
          <pc:docMk/>
          <pc:sldMk cId="2105065271" sldId="288"/>
        </pc:sldMkLst>
        <pc:spChg chg="mod">
          <ac:chgData name="Baozhong Liu" userId="1a0da9163b2f1321" providerId="LiveId" clId="{9E039210-9A9B-4D2A-9E5F-3BB0F9D7A0FD}" dt="2026-01-05T00:35:17.479" v="538" actId="20577"/>
          <ac:spMkLst>
            <pc:docMk/>
            <pc:sldMk cId="2105065271" sldId="288"/>
            <ac:spMk id="4" creationId="{AB22EBC9-B5B3-AAB2-FEE7-4EF70F2321FA}"/>
          </ac:spMkLst>
        </pc:spChg>
      </pc:sldChg>
      <pc:sldChg chg="addSp new mod">
        <pc:chgData name="Baozhong Liu" userId="1a0da9163b2f1321" providerId="LiveId" clId="{9E039210-9A9B-4D2A-9E5F-3BB0F9D7A0FD}" dt="2026-01-05T00:33:06.399" v="507" actId="22"/>
        <pc:sldMkLst>
          <pc:docMk/>
          <pc:sldMk cId="3216739164" sldId="289"/>
        </pc:sldMkLst>
        <pc:picChg chg="add">
          <ac:chgData name="Baozhong Liu" userId="1a0da9163b2f1321" providerId="LiveId" clId="{9E039210-9A9B-4D2A-9E5F-3BB0F9D7A0FD}" dt="2026-01-05T00:33:06.399" v="507" actId="22"/>
          <ac:picMkLst>
            <pc:docMk/>
            <pc:sldMk cId="3216739164" sldId="289"/>
            <ac:picMk id="5" creationId="{FCC0FDE1-2C83-72BC-225F-6BD15B486D9F}"/>
          </ac:picMkLst>
        </pc:picChg>
      </pc:sldChg>
      <pc:sldChg chg="addSp new mod">
        <pc:chgData name="Baozhong Liu" userId="1a0da9163b2f1321" providerId="LiveId" clId="{9E039210-9A9B-4D2A-9E5F-3BB0F9D7A0FD}" dt="2026-01-05T00:38:09.896" v="541" actId="22"/>
        <pc:sldMkLst>
          <pc:docMk/>
          <pc:sldMk cId="3535471373" sldId="290"/>
        </pc:sldMkLst>
        <pc:picChg chg="add">
          <ac:chgData name="Baozhong Liu" userId="1a0da9163b2f1321" providerId="LiveId" clId="{9E039210-9A9B-4D2A-9E5F-3BB0F9D7A0FD}" dt="2026-01-05T00:38:09.896" v="541" actId="22"/>
          <ac:picMkLst>
            <pc:docMk/>
            <pc:sldMk cId="3535471373" sldId="290"/>
            <ac:picMk id="5" creationId="{9D2CDE00-DDD6-84C8-4A81-46A515CA5936}"/>
          </ac:picMkLst>
        </pc:picChg>
      </pc:sldChg>
      <pc:sldChg chg="addSp delSp new mod">
        <pc:chgData name="Baozhong Liu" userId="1a0da9163b2f1321" providerId="LiveId" clId="{9E039210-9A9B-4D2A-9E5F-3BB0F9D7A0FD}" dt="2026-01-05T00:40:24.313" v="546" actId="22"/>
        <pc:sldMkLst>
          <pc:docMk/>
          <pc:sldMk cId="132076474" sldId="291"/>
        </pc:sldMkLst>
        <pc:picChg chg="add del">
          <ac:chgData name="Baozhong Liu" userId="1a0da9163b2f1321" providerId="LiveId" clId="{9E039210-9A9B-4D2A-9E5F-3BB0F9D7A0FD}" dt="2026-01-05T00:40:05.949" v="545" actId="478"/>
          <ac:picMkLst>
            <pc:docMk/>
            <pc:sldMk cId="132076474" sldId="291"/>
            <ac:picMk id="5" creationId="{23E1795F-D701-F226-EB43-A7B8D29F32F9}"/>
          </ac:picMkLst>
        </pc:picChg>
        <pc:picChg chg="add">
          <ac:chgData name="Baozhong Liu" userId="1a0da9163b2f1321" providerId="LiveId" clId="{9E039210-9A9B-4D2A-9E5F-3BB0F9D7A0FD}" dt="2026-01-05T00:40:24.313" v="546" actId="22"/>
          <ac:picMkLst>
            <pc:docMk/>
            <pc:sldMk cId="132076474" sldId="291"/>
            <ac:picMk id="7" creationId="{0F6761A7-406F-3A4A-7C12-0C29B29A4883}"/>
          </ac:picMkLst>
        </pc:picChg>
      </pc:sldChg>
      <pc:sldChg chg="addSp new mod">
        <pc:chgData name="Baozhong Liu" userId="1a0da9163b2f1321" providerId="LiveId" clId="{9E039210-9A9B-4D2A-9E5F-3BB0F9D7A0FD}" dt="2026-01-05T00:41:49.050" v="547" actId="22"/>
        <pc:sldMkLst>
          <pc:docMk/>
          <pc:sldMk cId="1983008381" sldId="292"/>
        </pc:sldMkLst>
        <pc:picChg chg="add">
          <ac:chgData name="Baozhong Liu" userId="1a0da9163b2f1321" providerId="LiveId" clId="{9E039210-9A9B-4D2A-9E5F-3BB0F9D7A0FD}" dt="2026-01-05T00:41:49.050" v="547" actId="22"/>
          <ac:picMkLst>
            <pc:docMk/>
            <pc:sldMk cId="1983008381" sldId="292"/>
            <ac:picMk id="5" creationId="{C94C39D8-F9F9-C427-4263-0CBCD82FB639}"/>
          </ac:picMkLst>
        </pc:picChg>
      </pc:sldChg>
      <pc:sldChg chg="addSp new mod">
        <pc:chgData name="Baozhong Liu" userId="1a0da9163b2f1321" providerId="LiveId" clId="{9E039210-9A9B-4D2A-9E5F-3BB0F9D7A0FD}" dt="2026-01-05T00:44:30.813" v="549" actId="22"/>
        <pc:sldMkLst>
          <pc:docMk/>
          <pc:sldMk cId="2898626792" sldId="293"/>
        </pc:sldMkLst>
        <pc:picChg chg="add">
          <ac:chgData name="Baozhong Liu" userId="1a0da9163b2f1321" providerId="LiveId" clId="{9E039210-9A9B-4D2A-9E5F-3BB0F9D7A0FD}" dt="2026-01-05T00:44:30.813" v="549" actId="22"/>
          <ac:picMkLst>
            <pc:docMk/>
            <pc:sldMk cId="2898626792" sldId="293"/>
            <ac:picMk id="5" creationId="{A92D1539-144E-F8DB-A0CA-86E550544852}"/>
          </ac:picMkLst>
        </pc:picChg>
      </pc:sldChg>
      <pc:sldChg chg="addSp new mod">
        <pc:chgData name="Baozhong Liu" userId="1a0da9163b2f1321" providerId="LiveId" clId="{9E039210-9A9B-4D2A-9E5F-3BB0F9D7A0FD}" dt="2026-01-05T00:46:04.987" v="551" actId="22"/>
        <pc:sldMkLst>
          <pc:docMk/>
          <pc:sldMk cId="3626025156" sldId="294"/>
        </pc:sldMkLst>
        <pc:picChg chg="add">
          <ac:chgData name="Baozhong Liu" userId="1a0da9163b2f1321" providerId="LiveId" clId="{9E039210-9A9B-4D2A-9E5F-3BB0F9D7A0FD}" dt="2026-01-05T00:46:04.987" v="551" actId="22"/>
          <ac:picMkLst>
            <pc:docMk/>
            <pc:sldMk cId="3626025156" sldId="294"/>
            <ac:picMk id="5" creationId="{CA65DBDC-2604-6423-C3D8-6A19D68D0207}"/>
          </ac:picMkLst>
        </pc:picChg>
      </pc:sldChg>
      <pc:sldChg chg="modSp new mod">
        <pc:chgData name="Baozhong Liu" userId="1a0da9163b2f1321" providerId="LiveId" clId="{9E039210-9A9B-4D2A-9E5F-3BB0F9D7A0FD}" dt="2026-01-05T00:55:00.740" v="576" actId="20577"/>
        <pc:sldMkLst>
          <pc:docMk/>
          <pc:sldMk cId="1545346028" sldId="295"/>
        </pc:sldMkLst>
        <pc:spChg chg="mod">
          <ac:chgData name="Baozhong Liu" userId="1a0da9163b2f1321" providerId="LiveId" clId="{9E039210-9A9B-4D2A-9E5F-3BB0F9D7A0FD}" dt="2026-01-05T00:50:24.356" v="559" actId="13926"/>
          <ac:spMkLst>
            <pc:docMk/>
            <pc:sldMk cId="1545346028" sldId="295"/>
            <ac:spMk id="2" creationId="{8F006E8D-43CF-E695-1CEB-B046666FD29A}"/>
          </ac:spMkLst>
        </pc:spChg>
        <pc:spChg chg="mod">
          <ac:chgData name="Baozhong Liu" userId="1a0da9163b2f1321" providerId="LiveId" clId="{9E039210-9A9B-4D2A-9E5F-3BB0F9D7A0FD}" dt="2026-01-05T00:55:00.740" v="576" actId="20577"/>
          <ac:spMkLst>
            <pc:docMk/>
            <pc:sldMk cId="1545346028" sldId="295"/>
            <ac:spMk id="3" creationId="{9EE1F81C-43DE-4140-7A3D-5052F550B9ED}"/>
          </ac:spMkLst>
        </pc:spChg>
      </pc:sldChg>
      <pc:sldChg chg="addSp new mod">
        <pc:chgData name="Baozhong Liu" userId="1a0da9163b2f1321" providerId="LiveId" clId="{9E039210-9A9B-4D2A-9E5F-3BB0F9D7A0FD}" dt="2026-01-05T00:55:21.244" v="578" actId="22"/>
        <pc:sldMkLst>
          <pc:docMk/>
          <pc:sldMk cId="1330926169" sldId="296"/>
        </pc:sldMkLst>
        <pc:picChg chg="add">
          <ac:chgData name="Baozhong Liu" userId="1a0da9163b2f1321" providerId="LiveId" clId="{9E039210-9A9B-4D2A-9E5F-3BB0F9D7A0FD}" dt="2026-01-05T00:55:21.244" v="578" actId="22"/>
          <ac:picMkLst>
            <pc:docMk/>
            <pc:sldMk cId="1330926169" sldId="296"/>
            <ac:picMk id="5" creationId="{53B950A1-B895-DF4E-1DB5-4B10056FEEA3}"/>
          </ac:picMkLst>
        </pc:picChg>
      </pc:sldChg>
      <pc:sldChg chg="addSp new mod">
        <pc:chgData name="Baozhong Liu" userId="1a0da9163b2f1321" providerId="LiveId" clId="{9E039210-9A9B-4D2A-9E5F-3BB0F9D7A0FD}" dt="2026-01-05T00:56:02.392" v="580" actId="22"/>
        <pc:sldMkLst>
          <pc:docMk/>
          <pc:sldMk cId="1695190723" sldId="297"/>
        </pc:sldMkLst>
        <pc:picChg chg="add">
          <ac:chgData name="Baozhong Liu" userId="1a0da9163b2f1321" providerId="LiveId" clId="{9E039210-9A9B-4D2A-9E5F-3BB0F9D7A0FD}" dt="2026-01-05T00:56:02.392" v="580" actId="22"/>
          <ac:picMkLst>
            <pc:docMk/>
            <pc:sldMk cId="1695190723" sldId="297"/>
            <ac:picMk id="5" creationId="{E3915D4C-AAF1-8E01-B84E-10DFEB74264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3B265-4212-A10D-83FF-9482B43807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197225-1172-43EC-8CD0-4CE7550E2D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DCF148-A36C-5D76-CB8F-54570160CB2C}"/>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5" name="Footer Placeholder 4">
            <a:extLst>
              <a:ext uri="{FF2B5EF4-FFF2-40B4-BE49-F238E27FC236}">
                <a16:creationId xmlns:a16="http://schemas.microsoft.com/office/drawing/2014/main" id="{7634B305-910F-3DC6-D563-BC13CD9F0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F66A5-5B8D-E582-5603-0A5BDD9B1342}"/>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377827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EC5B-C53D-5B7D-81F5-A4240037D1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6E025E-D931-D7D8-F026-C5B322D0AF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AF5476-4FD7-844A-A74C-02B33E0B82A3}"/>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5" name="Footer Placeholder 4">
            <a:extLst>
              <a:ext uri="{FF2B5EF4-FFF2-40B4-BE49-F238E27FC236}">
                <a16:creationId xmlns:a16="http://schemas.microsoft.com/office/drawing/2014/main" id="{CCC9F265-D41C-55B5-2294-B3EE47000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94CF2-4373-5213-CA21-1A262C612724}"/>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3618918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22739-9FFE-707A-4B0C-A422F66887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08E8BF-1FB2-4824-2BB8-53A4D04602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315EC-033D-AE4C-48B0-FAF45C79144E}"/>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5" name="Footer Placeholder 4">
            <a:extLst>
              <a:ext uri="{FF2B5EF4-FFF2-40B4-BE49-F238E27FC236}">
                <a16:creationId xmlns:a16="http://schemas.microsoft.com/office/drawing/2014/main" id="{5BE26FF4-4EDC-8D3F-C370-E1FD6B560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AC296D-8B6E-2629-6852-90AB263E1D7D}"/>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2477345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54CB-2A42-658A-4C49-48BF30E1D9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AA606A-1BB9-9C65-E19A-854BDB3A7C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38D613-D398-877C-EA0D-0CE989FF2B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8540E0-8684-A12F-41E7-DBC3D5748257}"/>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6" name="Footer Placeholder 5">
            <a:extLst>
              <a:ext uri="{FF2B5EF4-FFF2-40B4-BE49-F238E27FC236}">
                <a16:creationId xmlns:a16="http://schemas.microsoft.com/office/drawing/2014/main" id="{936F86F4-A345-E6BC-7F2D-F90974268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B35B13-AF92-3CE7-0B23-FC00B1BE8E76}"/>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264860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7645-8DEF-3E52-346D-EA2FAAD672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F30B57-E7F4-64DB-1F50-0C18DB4E2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A2CE18-9567-67EF-9F75-DA4CEB9B98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62A888-1EFF-8C5C-D121-99BD210BEF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209622-38D5-488F-596C-7177A03918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65A411-3BFE-F493-8F68-7B665F858475}"/>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8" name="Footer Placeholder 7">
            <a:extLst>
              <a:ext uri="{FF2B5EF4-FFF2-40B4-BE49-F238E27FC236}">
                <a16:creationId xmlns:a16="http://schemas.microsoft.com/office/drawing/2014/main" id="{48356335-A356-C899-9B9A-CC840BB3D2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063B01-47DC-620E-FB5A-584C0FC8B92A}"/>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4000189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7D22E-D727-DE60-30B9-542838C1E7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283C2-D4A0-54BC-6C61-AC01CA236A0A}"/>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4" name="Footer Placeholder 3">
            <a:extLst>
              <a:ext uri="{FF2B5EF4-FFF2-40B4-BE49-F238E27FC236}">
                <a16:creationId xmlns:a16="http://schemas.microsoft.com/office/drawing/2014/main" id="{447E46A9-4E45-EED2-5482-F8C723AB10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8F3B26-DAD1-ED45-DB51-57967013961C}"/>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1980106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BBFD7-5293-93AB-4F33-464C9BCA66B6}"/>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3" name="Footer Placeholder 2">
            <a:extLst>
              <a:ext uri="{FF2B5EF4-FFF2-40B4-BE49-F238E27FC236}">
                <a16:creationId xmlns:a16="http://schemas.microsoft.com/office/drawing/2014/main" id="{FB5194ED-4D71-49DF-70D5-C7886A524D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1E7DB8-55C5-BF49-1486-87AEFDD41B04}"/>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4039587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109CD-8365-FC2C-8D66-E0158BC16E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C72203-C44B-ED45-3098-49E2119FEB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97E143-F217-0107-C752-8AE4BE1DD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E2809-4060-F6F4-9C14-E22AF5139347}"/>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6" name="Footer Placeholder 5">
            <a:extLst>
              <a:ext uri="{FF2B5EF4-FFF2-40B4-BE49-F238E27FC236}">
                <a16:creationId xmlns:a16="http://schemas.microsoft.com/office/drawing/2014/main" id="{FD87B970-1872-1B72-456D-75C44FBDCE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22FDEE-8C8B-6B83-B2B1-41E04921A522}"/>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3914075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95F0F-2A50-CE9D-B181-6922AB0C3A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34A37A-3E1F-F12E-3568-5A19401C6A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E745B7-835D-8268-D437-D519AEFA2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0BEA12-6151-9CC9-0F7F-9D1EB56CB4D0}"/>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6" name="Footer Placeholder 5">
            <a:extLst>
              <a:ext uri="{FF2B5EF4-FFF2-40B4-BE49-F238E27FC236}">
                <a16:creationId xmlns:a16="http://schemas.microsoft.com/office/drawing/2014/main" id="{F26DA2A2-BEDD-12D4-5832-4B67E645FD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4C18A7-7E82-1048-EE13-CCEC6B0D750D}"/>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1191355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6485-C8F3-5F8C-A036-0D8771744B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F10C62-B644-C225-2678-2FBAEA37A5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9500D-740C-47EE-C4C4-2F147629604E}"/>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5" name="Footer Placeholder 4">
            <a:extLst>
              <a:ext uri="{FF2B5EF4-FFF2-40B4-BE49-F238E27FC236}">
                <a16:creationId xmlns:a16="http://schemas.microsoft.com/office/drawing/2014/main" id="{1D78AB71-29F0-FAA1-6659-EA84A63C66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EC6D7-9377-9540-E128-996A951688CD}"/>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137694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D5F45-E49A-9C48-40BF-CE8C2DF56C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384FBA-84D5-CA4E-DF92-FD68DC8178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EB7B2-DC41-826E-D368-7479A08253B0}"/>
              </a:ext>
            </a:extLst>
          </p:cNvPr>
          <p:cNvSpPr>
            <a:spLocks noGrp="1"/>
          </p:cNvSpPr>
          <p:nvPr>
            <p:ph type="dt" sz="half" idx="10"/>
          </p:nvPr>
        </p:nvSpPr>
        <p:spPr/>
        <p:txBody>
          <a:bodyPr/>
          <a:lstStyle/>
          <a:p>
            <a:fld id="{9E7D6B61-00B8-4418-B65F-9CF6AF378D9B}" type="datetimeFigureOut">
              <a:rPr lang="en-US" smtClean="0"/>
              <a:t>1/3/2026</a:t>
            </a:fld>
            <a:endParaRPr lang="en-US"/>
          </a:p>
        </p:txBody>
      </p:sp>
      <p:sp>
        <p:nvSpPr>
          <p:cNvPr id="5" name="Footer Placeholder 4">
            <a:extLst>
              <a:ext uri="{FF2B5EF4-FFF2-40B4-BE49-F238E27FC236}">
                <a16:creationId xmlns:a16="http://schemas.microsoft.com/office/drawing/2014/main" id="{9C8EC8DD-6D84-5270-A977-6F6284C201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98446-C1B0-FF13-65C1-806D15840C2E}"/>
              </a:ext>
            </a:extLst>
          </p:cNvPr>
          <p:cNvSpPr>
            <a:spLocks noGrp="1"/>
          </p:cNvSpPr>
          <p:nvPr>
            <p:ph type="sldNum" sz="quarter" idx="12"/>
          </p:nvPr>
        </p:nvSpPr>
        <p:spPr/>
        <p:txBody>
          <a:bodyPr/>
          <a:lstStyle/>
          <a:p>
            <a:fld id="{624C242C-8143-43C8-8E31-C40673072935}" type="slidenum">
              <a:rPr lang="en-US" smtClean="0"/>
              <a:t>‹#›</a:t>
            </a:fld>
            <a:endParaRPr lang="en-US"/>
          </a:p>
        </p:txBody>
      </p:sp>
    </p:spTree>
    <p:extLst>
      <p:ext uri="{BB962C8B-B14F-4D97-AF65-F5344CB8AC3E}">
        <p14:creationId xmlns:p14="http://schemas.microsoft.com/office/powerpoint/2010/main" val="3615778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90E3BB-2AE8-1422-9CC0-607CD55FD6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144252-E990-DC36-3429-31003EA120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E69859-2437-A2ED-AEAD-5E15AE71AA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7D6B61-00B8-4418-B65F-9CF6AF378D9B}" type="datetimeFigureOut">
              <a:rPr lang="en-US" smtClean="0"/>
              <a:t>1/3/2026</a:t>
            </a:fld>
            <a:endParaRPr lang="en-US"/>
          </a:p>
        </p:txBody>
      </p:sp>
      <p:sp>
        <p:nvSpPr>
          <p:cNvPr id="5" name="Footer Placeholder 4">
            <a:extLst>
              <a:ext uri="{FF2B5EF4-FFF2-40B4-BE49-F238E27FC236}">
                <a16:creationId xmlns:a16="http://schemas.microsoft.com/office/drawing/2014/main" id="{CC8C05F7-7BA4-4230-5C21-E522D676F3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45B950-2AFC-F84D-3BFB-4AFC3BA15A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4C242C-8143-43C8-8E31-C40673072935}" type="slidenum">
              <a:rPr lang="en-US" smtClean="0"/>
              <a:t>‹#›</a:t>
            </a:fld>
            <a:endParaRPr lang="en-US"/>
          </a:p>
        </p:txBody>
      </p:sp>
    </p:spTree>
    <p:extLst>
      <p:ext uri="{BB962C8B-B14F-4D97-AF65-F5344CB8AC3E}">
        <p14:creationId xmlns:p14="http://schemas.microsoft.com/office/powerpoint/2010/main" val="3122292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www.youtube.com/embed/bFC1QGEQ2E8?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bFC1QGEQ2E8&amp;t=109" TargetMode="External"/><Relationship Id="rId2" Type="http://schemas.openxmlformats.org/officeDocument/2006/relationships/hyperlink" Target="http://www.youtube.com/watch?v=bFC1QGEQ2E8&amp;t=64" TargetMode="External"/><Relationship Id="rId1" Type="http://schemas.openxmlformats.org/officeDocument/2006/relationships/slideLayout" Target="../slideLayouts/slideLayout2.xml"/><Relationship Id="rId4" Type="http://schemas.openxmlformats.org/officeDocument/2006/relationships/hyperlink" Target="http://www.youtube.com/watch?v=bFC1QGEQ2E8&amp;t=155"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youtube.com/watch?v=bFC1QGEQ2E8&amp;t=895" TargetMode="External"/><Relationship Id="rId2" Type="http://schemas.openxmlformats.org/officeDocument/2006/relationships/hyperlink" Target="http://www.youtube.com/watch?v=bFC1QGEQ2E8&amp;t=891" TargetMode="External"/><Relationship Id="rId1" Type="http://schemas.openxmlformats.org/officeDocument/2006/relationships/slideLayout" Target="../slideLayouts/slideLayout2.xml"/><Relationship Id="rId6" Type="http://schemas.openxmlformats.org/officeDocument/2006/relationships/hyperlink" Target="http://www.youtube.com/watch?v=bFC1QGEQ2E8&amp;t=1039" TargetMode="External"/><Relationship Id="rId5" Type="http://schemas.openxmlformats.org/officeDocument/2006/relationships/hyperlink" Target="http://www.youtube.com/watch?v=bFC1QGEQ2E8&amp;t=900" TargetMode="External"/><Relationship Id="rId4" Type="http://schemas.openxmlformats.org/officeDocument/2006/relationships/hyperlink" Target="http://www.youtube.com/watch?v=bFC1QGEQ2E8&amp;t=1000"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www.youtube.com/watch?v=bFC1QGEQ2E8&amp;t=1296" TargetMode="External"/><Relationship Id="rId2" Type="http://schemas.openxmlformats.org/officeDocument/2006/relationships/hyperlink" Target="http://www.youtube.com/watch?v=bFC1QGEQ2E8&amp;t=1294" TargetMode="External"/><Relationship Id="rId1" Type="http://schemas.openxmlformats.org/officeDocument/2006/relationships/slideLayout" Target="../slideLayouts/slideLayout2.xml"/><Relationship Id="rId4" Type="http://schemas.openxmlformats.org/officeDocument/2006/relationships/hyperlink" Target="http://www.youtube.com/watch?v=bFC1QGEQ2E8&amp;t=1305"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B829C-160C-E2E4-CDB9-BA987625B4BE}"/>
              </a:ext>
            </a:extLst>
          </p:cNvPr>
          <p:cNvSpPr>
            <a:spLocks noGrp="1"/>
          </p:cNvSpPr>
          <p:nvPr>
            <p:ph type="ctrTitle"/>
          </p:nvPr>
        </p:nvSpPr>
        <p:spPr/>
        <p:txBody>
          <a:bodyPr/>
          <a:lstStyle/>
          <a:p>
            <a:r>
              <a:rPr lang="en-US" dirty="0"/>
              <a:t>Claude Code Skills</a:t>
            </a:r>
          </a:p>
        </p:txBody>
      </p:sp>
      <p:sp>
        <p:nvSpPr>
          <p:cNvPr id="3" name="Subtitle 2">
            <a:extLst>
              <a:ext uri="{FF2B5EF4-FFF2-40B4-BE49-F238E27FC236}">
                <a16:creationId xmlns:a16="http://schemas.microsoft.com/office/drawing/2014/main" id="{11A60008-D985-AD96-3FF8-365C7CEAE96B}"/>
              </a:ext>
            </a:extLst>
          </p:cNvPr>
          <p:cNvSpPr>
            <a:spLocks noGrp="1"/>
          </p:cNvSpPr>
          <p:nvPr>
            <p:ph type="subTitle" idx="1"/>
          </p:nvPr>
        </p:nvSpPr>
        <p:spPr/>
        <p:txBody>
          <a:bodyPr/>
          <a:lstStyle/>
          <a:p>
            <a:r>
              <a:rPr lang="en-US" dirty="0" err="1"/>
              <a:t>EricWTech</a:t>
            </a:r>
            <a:endParaRPr lang="en-US" dirty="0"/>
          </a:p>
        </p:txBody>
      </p:sp>
    </p:spTree>
    <p:extLst>
      <p:ext uri="{BB962C8B-B14F-4D97-AF65-F5344CB8AC3E}">
        <p14:creationId xmlns:p14="http://schemas.microsoft.com/office/powerpoint/2010/main" val="1177636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Claude Skills Explained: 4 Skills to 10x Your Coding Workflow">
            <a:hlinkClick r:id="" action="ppaction://media"/>
            <a:extLst>
              <a:ext uri="{FF2B5EF4-FFF2-40B4-BE49-F238E27FC236}">
                <a16:creationId xmlns:a16="http://schemas.microsoft.com/office/drawing/2014/main" id="{ED751DB4-D39A-291C-BE7F-59A88B4E2897}"/>
              </a:ext>
            </a:extLst>
          </p:cNvPr>
          <p:cNvPicPr>
            <a:picLocks noGrp="1" noRot="1" noChangeAspect="1"/>
          </p:cNvPicPr>
          <p:nvPr>
            <p:ph idx="1"/>
            <a:videoFile r:link="rId1"/>
          </p:nvPr>
        </p:nvPicPr>
        <p:blipFill>
          <a:blip r:embed="rId3"/>
          <a:stretch>
            <a:fillRect/>
          </a:stretch>
        </p:blipFill>
        <p:spPr>
          <a:xfrm>
            <a:off x="388410" y="100233"/>
            <a:ext cx="11536001" cy="6518281"/>
          </a:xfrm>
          <a:prstGeom prst="rect">
            <a:avLst/>
          </a:prstGeom>
        </p:spPr>
      </p:pic>
    </p:spTree>
    <p:extLst>
      <p:ext uri="{BB962C8B-B14F-4D97-AF65-F5344CB8AC3E}">
        <p14:creationId xmlns:p14="http://schemas.microsoft.com/office/powerpoint/2010/main" val="262295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E53845D-D3BE-AAE1-EE5A-6E7705CDEE3F}"/>
              </a:ext>
            </a:extLst>
          </p:cNvPr>
          <p:cNvPicPr>
            <a:picLocks noChangeAspect="1"/>
          </p:cNvPicPr>
          <p:nvPr/>
        </p:nvPicPr>
        <p:blipFill>
          <a:blip r:embed="rId2"/>
          <a:stretch>
            <a:fillRect/>
          </a:stretch>
        </p:blipFill>
        <p:spPr>
          <a:xfrm>
            <a:off x="1309019" y="1042654"/>
            <a:ext cx="9573961" cy="4772691"/>
          </a:xfrm>
          <a:prstGeom prst="rect">
            <a:avLst/>
          </a:prstGeom>
        </p:spPr>
      </p:pic>
    </p:spTree>
    <p:extLst>
      <p:ext uri="{BB962C8B-B14F-4D97-AF65-F5344CB8AC3E}">
        <p14:creationId xmlns:p14="http://schemas.microsoft.com/office/powerpoint/2010/main" val="1430737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90F5B-E28F-295E-AEC8-EE8819520226}"/>
              </a:ext>
            </a:extLst>
          </p:cNvPr>
          <p:cNvSpPr>
            <a:spLocks noGrp="1"/>
          </p:cNvSpPr>
          <p:nvPr>
            <p:ph type="title"/>
          </p:nvPr>
        </p:nvSpPr>
        <p:spPr/>
        <p:txBody>
          <a:bodyPr/>
          <a:lstStyle/>
          <a:p>
            <a:r>
              <a:rPr lang="en-US" dirty="0"/>
              <a:t>Why use Claude Skills</a:t>
            </a:r>
          </a:p>
        </p:txBody>
      </p:sp>
      <p:sp>
        <p:nvSpPr>
          <p:cNvPr id="3" name="Content Placeholder 2">
            <a:extLst>
              <a:ext uri="{FF2B5EF4-FFF2-40B4-BE49-F238E27FC236}">
                <a16:creationId xmlns:a16="http://schemas.microsoft.com/office/drawing/2014/main" id="{48711C74-1B5F-72B1-5E3A-296592D1C634}"/>
              </a:ext>
            </a:extLst>
          </p:cNvPr>
          <p:cNvSpPr>
            <a:spLocks noGrp="1"/>
          </p:cNvSpPr>
          <p:nvPr>
            <p:ph idx="1"/>
          </p:nvPr>
        </p:nvSpPr>
        <p:spPr>
          <a:xfrm>
            <a:off x="838200" y="1825624"/>
            <a:ext cx="10515600" cy="4803776"/>
          </a:xfrm>
        </p:spPr>
        <p:txBody>
          <a:bodyPr>
            <a:normAutofit fontScale="77500" lnSpcReduction="20000"/>
          </a:bodyPr>
          <a:lstStyle/>
          <a:p>
            <a:pPr>
              <a:lnSpc>
                <a:spcPct val="120000"/>
              </a:lnSpc>
              <a:spcBef>
                <a:spcPts val="0"/>
              </a:spcBef>
            </a:pPr>
            <a:r>
              <a:rPr lang="en-US" b="1" dirty="0"/>
              <a:t>Specific and Repeatable Tasks:</a:t>
            </a:r>
            <a:r>
              <a:rPr lang="en-US" dirty="0"/>
              <a:t> Claude Skills excel at handling </a:t>
            </a:r>
            <a:r>
              <a:rPr lang="en-US" dirty="0">
                <a:highlight>
                  <a:srgbClr val="FFFF00"/>
                </a:highlight>
              </a:rPr>
              <a:t>routine tasks</a:t>
            </a:r>
            <a:r>
              <a:rPr lang="en-US" dirty="0"/>
              <a:t>. For example, once you've defined a specific UI style (typography, colors, etc.), you can </a:t>
            </a:r>
            <a:r>
              <a:rPr lang="en-US" dirty="0">
                <a:solidFill>
                  <a:srgbClr val="FF0000"/>
                </a:solidFill>
              </a:rPr>
              <a:t>create a skill </a:t>
            </a:r>
            <a:r>
              <a:rPr lang="en-US" dirty="0"/>
              <a:t>for it. This ensures that the next time you need a front-end design, the AI understands your exact requirements immediately, leading to smoother results with less "hallucination" [</a:t>
            </a:r>
            <a:r>
              <a:rPr lang="en-US" dirty="0">
                <a:hlinkClick r:id="rId2"/>
              </a:rPr>
              <a:t>01:04</a:t>
            </a:r>
            <a:r>
              <a:rPr lang="en-US" dirty="0"/>
              <a:t>].</a:t>
            </a:r>
          </a:p>
          <a:p>
            <a:pPr>
              <a:lnSpc>
                <a:spcPct val="120000"/>
              </a:lnSpc>
              <a:spcBef>
                <a:spcPts val="0"/>
              </a:spcBef>
            </a:pPr>
            <a:r>
              <a:rPr lang="en-US" b="1" dirty="0"/>
              <a:t>Context Management:</a:t>
            </a:r>
            <a:r>
              <a:rPr lang="en-US" dirty="0"/>
              <a:t> Unlike "</a:t>
            </a:r>
            <a:r>
              <a:rPr lang="en-US" dirty="0">
                <a:highlight>
                  <a:srgbClr val="FFFF00"/>
                </a:highlight>
              </a:rPr>
              <a:t>Claude Rules</a:t>
            </a:r>
            <a:r>
              <a:rPr lang="en-US" dirty="0"/>
              <a:t>" (which act like system prompts passed to every conversation), Claude Skills help save context. The AI automatically selects only the </a:t>
            </a:r>
            <a:r>
              <a:rPr lang="en-US" dirty="0">
                <a:solidFill>
                  <a:srgbClr val="FF0000"/>
                </a:solidFill>
              </a:rPr>
              <a:t>relevant skill </a:t>
            </a:r>
            <a:r>
              <a:rPr lang="en-US" dirty="0"/>
              <a:t>for the specific request, preventing it from being bogged down by irrelevant rules or system prompts [</a:t>
            </a:r>
            <a:r>
              <a:rPr lang="en-US" dirty="0">
                <a:hlinkClick r:id="rId3"/>
              </a:rPr>
              <a:t>01:49</a:t>
            </a:r>
            <a:r>
              <a:rPr lang="en-US" dirty="0"/>
              <a:t>].</a:t>
            </a:r>
          </a:p>
          <a:p>
            <a:pPr>
              <a:lnSpc>
                <a:spcPct val="120000"/>
              </a:lnSpc>
              <a:spcBef>
                <a:spcPts val="0"/>
              </a:spcBef>
            </a:pPr>
            <a:r>
              <a:rPr lang="en-US" b="1" dirty="0"/>
              <a:t>Easy Collaboration and Reusability:</a:t>
            </a:r>
            <a:r>
              <a:rPr lang="en-US" dirty="0"/>
              <a:t> Eric compares skills to Standard Operating Procedures (SOPs). They can be easily </a:t>
            </a:r>
            <a:r>
              <a:rPr lang="en-US" dirty="0">
                <a:highlight>
                  <a:srgbClr val="FFFF00"/>
                </a:highlight>
              </a:rPr>
              <a:t>shared with coworkers</a:t>
            </a:r>
            <a:r>
              <a:rPr lang="en-US" dirty="0"/>
              <a:t> or across different projects as zip files. This allows multiple "sub-agents" to share the same standardized skills, making it much easier to automate and scale complex workflows [</a:t>
            </a:r>
            <a:r>
              <a:rPr lang="en-US" dirty="0">
                <a:hlinkClick r:id="rId4"/>
              </a:rPr>
              <a:t>02:35</a:t>
            </a:r>
            <a:r>
              <a:rPr lang="en-US" dirty="0"/>
              <a:t>].</a:t>
            </a:r>
          </a:p>
        </p:txBody>
      </p:sp>
    </p:spTree>
    <p:extLst>
      <p:ext uri="{BB962C8B-B14F-4D97-AF65-F5344CB8AC3E}">
        <p14:creationId xmlns:p14="http://schemas.microsoft.com/office/powerpoint/2010/main" val="3670533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69B92C-0445-6C4E-31AB-87ABA62523C9}"/>
              </a:ext>
            </a:extLst>
          </p:cNvPr>
          <p:cNvPicPr>
            <a:picLocks noChangeAspect="1"/>
          </p:cNvPicPr>
          <p:nvPr/>
        </p:nvPicPr>
        <p:blipFill>
          <a:blip r:embed="rId2"/>
          <a:stretch>
            <a:fillRect/>
          </a:stretch>
        </p:blipFill>
        <p:spPr>
          <a:xfrm>
            <a:off x="1047045" y="1071233"/>
            <a:ext cx="10097909" cy="4715533"/>
          </a:xfrm>
          <a:prstGeom prst="rect">
            <a:avLst/>
          </a:prstGeom>
        </p:spPr>
      </p:pic>
    </p:spTree>
    <p:extLst>
      <p:ext uri="{BB962C8B-B14F-4D97-AF65-F5344CB8AC3E}">
        <p14:creationId xmlns:p14="http://schemas.microsoft.com/office/powerpoint/2010/main" val="69492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0EF42-7024-537D-AB47-10049DF96E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338D3E-FDF4-4D7B-85FB-43D587C68E1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F6168CC-3E27-9EA9-993D-97CCD5C21FB2}"/>
              </a:ext>
            </a:extLst>
          </p:cNvPr>
          <p:cNvPicPr>
            <a:picLocks noChangeAspect="1"/>
          </p:cNvPicPr>
          <p:nvPr/>
        </p:nvPicPr>
        <p:blipFill>
          <a:blip r:embed="rId2"/>
          <a:stretch>
            <a:fillRect/>
          </a:stretch>
        </p:blipFill>
        <p:spPr>
          <a:xfrm>
            <a:off x="99175" y="190048"/>
            <a:ext cx="11993649" cy="6477904"/>
          </a:xfrm>
          <a:prstGeom prst="rect">
            <a:avLst/>
          </a:prstGeom>
        </p:spPr>
      </p:pic>
    </p:spTree>
    <p:extLst>
      <p:ext uri="{BB962C8B-B14F-4D97-AF65-F5344CB8AC3E}">
        <p14:creationId xmlns:p14="http://schemas.microsoft.com/office/powerpoint/2010/main" val="129230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B28BD-8D45-3094-DEAE-FF9337D3D1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E41EC4-0570-AC25-36C5-9321F35E402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B9397D5-9AE0-A015-1739-DF97E39F2246}"/>
              </a:ext>
            </a:extLst>
          </p:cNvPr>
          <p:cNvPicPr>
            <a:picLocks noChangeAspect="1"/>
          </p:cNvPicPr>
          <p:nvPr/>
        </p:nvPicPr>
        <p:blipFill>
          <a:blip r:embed="rId2"/>
          <a:stretch>
            <a:fillRect/>
          </a:stretch>
        </p:blipFill>
        <p:spPr>
          <a:xfrm>
            <a:off x="56307" y="147179"/>
            <a:ext cx="12079386" cy="6563641"/>
          </a:xfrm>
          <a:prstGeom prst="rect">
            <a:avLst/>
          </a:prstGeom>
        </p:spPr>
      </p:pic>
    </p:spTree>
    <p:extLst>
      <p:ext uri="{BB962C8B-B14F-4D97-AF65-F5344CB8AC3E}">
        <p14:creationId xmlns:p14="http://schemas.microsoft.com/office/powerpoint/2010/main" val="1580720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B0D517-1EFC-E124-87F6-EBA239B500BB}"/>
              </a:ext>
            </a:extLst>
          </p:cNvPr>
          <p:cNvSpPr>
            <a:spLocks noGrp="1"/>
          </p:cNvSpPr>
          <p:nvPr>
            <p:ph type="ctrTitle"/>
          </p:nvPr>
        </p:nvSpPr>
        <p:spPr/>
        <p:txBody>
          <a:bodyPr/>
          <a:lstStyle/>
          <a:p>
            <a:r>
              <a:rPr lang="en-US" dirty="0"/>
              <a:t>Front end design</a:t>
            </a:r>
          </a:p>
        </p:txBody>
      </p:sp>
      <p:sp>
        <p:nvSpPr>
          <p:cNvPr id="5" name="Subtitle 4">
            <a:extLst>
              <a:ext uri="{FF2B5EF4-FFF2-40B4-BE49-F238E27FC236}">
                <a16:creationId xmlns:a16="http://schemas.microsoft.com/office/drawing/2014/main" id="{C041B927-7EEC-FFAC-E606-C39F9F16C70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557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C2FAA-0020-69EB-9A9B-6213530759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583CEF-32A8-E72D-5C99-81F2F019F52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D4CA452-23F6-1F76-E7BC-463AC6254FC7}"/>
              </a:ext>
            </a:extLst>
          </p:cNvPr>
          <p:cNvPicPr>
            <a:picLocks noChangeAspect="1"/>
          </p:cNvPicPr>
          <p:nvPr/>
        </p:nvPicPr>
        <p:blipFill>
          <a:blip r:embed="rId2"/>
          <a:stretch>
            <a:fillRect/>
          </a:stretch>
        </p:blipFill>
        <p:spPr>
          <a:xfrm>
            <a:off x="12578" y="108857"/>
            <a:ext cx="12186854" cy="6629399"/>
          </a:xfrm>
          <a:prstGeom prst="rect">
            <a:avLst/>
          </a:prstGeom>
        </p:spPr>
      </p:pic>
    </p:spTree>
    <p:extLst>
      <p:ext uri="{BB962C8B-B14F-4D97-AF65-F5344CB8AC3E}">
        <p14:creationId xmlns:p14="http://schemas.microsoft.com/office/powerpoint/2010/main" val="4014073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B1235-8E2F-6C2D-D0BC-EE844C2F35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99D48F-CAE6-FD01-FBA2-1547EC55A92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4EF0858-2B2C-0BE5-2AAE-EA493169AC21}"/>
              </a:ext>
            </a:extLst>
          </p:cNvPr>
          <p:cNvPicPr>
            <a:picLocks noChangeAspect="1"/>
          </p:cNvPicPr>
          <p:nvPr/>
        </p:nvPicPr>
        <p:blipFill>
          <a:blip r:embed="rId2"/>
          <a:stretch>
            <a:fillRect/>
          </a:stretch>
        </p:blipFill>
        <p:spPr>
          <a:xfrm>
            <a:off x="382817" y="1"/>
            <a:ext cx="11341097" cy="6806822"/>
          </a:xfrm>
          <a:prstGeom prst="rect">
            <a:avLst/>
          </a:prstGeom>
        </p:spPr>
      </p:pic>
    </p:spTree>
    <p:extLst>
      <p:ext uri="{BB962C8B-B14F-4D97-AF65-F5344CB8AC3E}">
        <p14:creationId xmlns:p14="http://schemas.microsoft.com/office/powerpoint/2010/main" val="1114773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0B12-B962-6E96-FA46-F4BCFD4156D6}"/>
              </a:ext>
            </a:extLst>
          </p:cNvPr>
          <p:cNvSpPr>
            <a:spLocks noGrp="1"/>
          </p:cNvSpPr>
          <p:nvPr>
            <p:ph type="title"/>
          </p:nvPr>
        </p:nvSpPr>
        <p:spPr/>
        <p:txBody>
          <a:bodyPr/>
          <a:lstStyle/>
          <a:p>
            <a:r>
              <a:rPr lang="en-US" dirty="0"/>
              <a:t>@trq212 Thari </a:t>
            </a:r>
            <a:r>
              <a:rPr lang="en-US" dirty="0" err="1"/>
              <a:t>Shihipar</a:t>
            </a:r>
            <a:endParaRPr lang="en-US" dirty="0"/>
          </a:p>
        </p:txBody>
      </p:sp>
      <p:sp>
        <p:nvSpPr>
          <p:cNvPr id="3" name="Content Placeholder 2">
            <a:extLst>
              <a:ext uri="{FF2B5EF4-FFF2-40B4-BE49-F238E27FC236}">
                <a16:creationId xmlns:a16="http://schemas.microsoft.com/office/drawing/2014/main" id="{230333AD-8457-0A48-3F59-EA97A0C3808F}"/>
              </a:ext>
            </a:extLst>
          </p:cNvPr>
          <p:cNvSpPr>
            <a:spLocks noGrp="1"/>
          </p:cNvSpPr>
          <p:nvPr>
            <p:ph idx="1"/>
          </p:nvPr>
        </p:nvSpPr>
        <p:spPr/>
        <p:txBody>
          <a:bodyPr/>
          <a:lstStyle/>
          <a:p>
            <a:r>
              <a:rPr lang="en-US" dirty="0"/>
              <a:t>A prominent AI engineer working on Claude Code at Anthropic</a:t>
            </a:r>
          </a:p>
        </p:txBody>
      </p:sp>
    </p:spTree>
    <p:extLst>
      <p:ext uri="{BB962C8B-B14F-4D97-AF65-F5344CB8AC3E}">
        <p14:creationId xmlns:p14="http://schemas.microsoft.com/office/powerpoint/2010/main" val="3777161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07CCBF-F94F-77F3-81F5-874C4637FAC0}"/>
              </a:ext>
            </a:extLst>
          </p:cNvPr>
          <p:cNvPicPr>
            <a:picLocks noChangeAspect="1"/>
          </p:cNvPicPr>
          <p:nvPr/>
        </p:nvPicPr>
        <p:blipFill>
          <a:blip r:embed="rId2"/>
          <a:stretch>
            <a:fillRect/>
          </a:stretch>
        </p:blipFill>
        <p:spPr>
          <a:xfrm>
            <a:off x="1756757" y="232916"/>
            <a:ext cx="8678486" cy="6392167"/>
          </a:xfrm>
          <a:prstGeom prst="rect">
            <a:avLst/>
          </a:prstGeom>
        </p:spPr>
      </p:pic>
    </p:spTree>
    <p:extLst>
      <p:ext uri="{BB962C8B-B14F-4D97-AF65-F5344CB8AC3E}">
        <p14:creationId xmlns:p14="http://schemas.microsoft.com/office/powerpoint/2010/main" val="1052035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5E191-67D9-EDF8-EC84-3952239835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D37FE1-4B5B-3665-439F-337C7499F04B}"/>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0956C64C-3491-28A1-26F4-0B75B25E58FE}"/>
              </a:ext>
            </a:extLst>
          </p:cNvPr>
          <p:cNvPicPr>
            <a:picLocks noChangeAspect="1"/>
          </p:cNvPicPr>
          <p:nvPr/>
        </p:nvPicPr>
        <p:blipFill>
          <a:blip r:embed="rId2"/>
          <a:stretch>
            <a:fillRect/>
          </a:stretch>
        </p:blipFill>
        <p:spPr>
          <a:xfrm>
            <a:off x="37254" y="23337"/>
            <a:ext cx="12117491" cy="6811326"/>
          </a:xfrm>
          <a:prstGeom prst="rect">
            <a:avLst/>
          </a:prstGeom>
        </p:spPr>
      </p:pic>
    </p:spTree>
    <p:extLst>
      <p:ext uri="{BB962C8B-B14F-4D97-AF65-F5344CB8AC3E}">
        <p14:creationId xmlns:p14="http://schemas.microsoft.com/office/powerpoint/2010/main" val="526845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9347E-4CC7-0C60-DEFB-275FE5EF1CA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4ABE56-7475-1288-7DAD-6B9A9F9D12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C26286D-5376-4872-5F1A-FC9B7378C2B6}"/>
              </a:ext>
            </a:extLst>
          </p:cNvPr>
          <p:cNvPicPr>
            <a:picLocks noChangeAspect="1"/>
          </p:cNvPicPr>
          <p:nvPr/>
        </p:nvPicPr>
        <p:blipFill>
          <a:blip r:embed="rId2"/>
          <a:stretch>
            <a:fillRect/>
          </a:stretch>
        </p:blipFill>
        <p:spPr>
          <a:xfrm>
            <a:off x="23812" y="0"/>
            <a:ext cx="12144375" cy="6858000"/>
          </a:xfrm>
          <a:prstGeom prst="rect">
            <a:avLst/>
          </a:prstGeom>
        </p:spPr>
      </p:pic>
    </p:spTree>
    <p:extLst>
      <p:ext uri="{BB962C8B-B14F-4D97-AF65-F5344CB8AC3E}">
        <p14:creationId xmlns:p14="http://schemas.microsoft.com/office/powerpoint/2010/main" val="2695147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6DD1-EB42-ED78-10FB-A0988EB9A0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708E1F-E64C-9851-7009-AAF5022084D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160EFD2-B4FC-0741-C4C1-B690E178DD6E}"/>
              </a:ext>
            </a:extLst>
          </p:cNvPr>
          <p:cNvPicPr>
            <a:picLocks noChangeAspect="1"/>
          </p:cNvPicPr>
          <p:nvPr/>
        </p:nvPicPr>
        <p:blipFill>
          <a:blip r:embed="rId2"/>
          <a:stretch>
            <a:fillRect/>
          </a:stretch>
        </p:blipFill>
        <p:spPr>
          <a:xfrm>
            <a:off x="75149" y="0"/>
            <a:ext cx="12041701" cy="6858000"/>
          </a:xfrm>
          <a:prstGeom prst="rect">
            <a:avLst/>
          </a:prstGeom>
        </p:spPr>
      </p:pic>
    </p:spTree>
    <p:extLst>
      <p:ext uri="{BB962C8B-B14F-4D97-AF65-F5344CB8AC3E}">
        <p14:creationId xmlns:p14="http://schemas.microsoft.com/office/powerpoint/2010/main" val="3090066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77E94-9A96-4DCF-0C96-DCC81EB3D2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886176-09EA-1D27-7481-BC63906D185C}"/>
              </a:ext>
            </a:extLst>
          </p:cNvPr>
          <p:cNvSpPr>
            <a:spLocks noGrp="1"/>
          </p:cNvSpPr>
          <p:nvPr>
            <p:ph type="ctrTitle"/>
          </p:nvPr>
        </p:nvSpPr>
        <p:spPr/>
        <p:txBody>
          <a:bodyPr/>
          <a:lstStyle/>
          <a:p>
            <a:r>
              <a:rPr lang="en-US" dirty="0"/>
              <a:t>Domain name brainstormer</a:t>
            </a:r>
          </a:p>
        </p:txBody>
      </p:sp>
      <p:sp>
        <p:nvSpPr>
          <p:cNvPr id="5" name="Subtitle 4">
            <a:extLst>
              <a:ext uri="{FF2B5EF4-FFF2-40B4-BE49-F238E27FC236}">
                <a16:creationId xmlns:a16="http://schemas.microsoft.com/office/drawing/2014/main" id="{99E8A642-2721-9502-469E-9F109F7ADBE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2512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36C3-4D9F-C836-C847-15F14955E4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EA8593-2387-D159-3DBA-10DA83AA676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FE8E491-CCF7-6754-7044-65EB5A01AABD}"/>
              </a:ext>
            </a:extLst>
          </p:cNvPr>
          <p:cNvPicPr>
            <a:picLocks noChangeAspect="1"/>
          </p:cNvPicPr>
          <p:nvPr/>
        </p:nvPicPr>
        <p:blipFill>
          <a:blip r:embed="rId2"/>
          <a:stretch>
            <a:fillRect/>
          </a:stretch>
        </p:blipFill>
        <p:spPr>
          <a:xfrm>
            <a:off x="132518" y="90021"/>
            <a:ext cx="11926964" cy="6677957"/>
          </a:xfrm>
          <a:prstGeom prst="rect">
            <a:avLst/>
          </a:prstGeom>
        </p:spPr>
      </p:pic>
    </p:spTree>
    <p:extLst>
      <p:ext uri="{BB962C8B-B14F-4D97-AF65-F5344CB8AC3E}">
        <p14:creationId xmlns:p14="http://schemas.microsoft.com/office/powerpoint/2010/main" val="1178404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7EC1B-9F34-F6BC-9E22-7522D5F6BA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332948-C942-DB7C-9F7C-E684FD319D1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8F0BF92-3205-F66C-3E8F-9F25AC100CEB}"/>
              </a:ext>
            </a:extLst>
          </p:cNvPr>
          <p:cNvPicPr>
            <a:picLocks noChangeAspect="1"/>
          </p:cNvPicPr>
          <p:nvPr/>
        </p:nvPicPr>
        <p:blipFill>
          <a:blip r:embed="rId2"/>
          <a:stretch>
            <a:fillRect/>
          </a:stretch>
        </p:blipFill>
        <p:spPr>
          <a:xfrm>
            <a:off x="162463" y="0"/>
            <a:ext cx="11867074" cy="6858000"/>
          </a:xfrm>
          <a:prstGeom prst="rect">
            <a:avLst/>
          </a:prstGeom>
        </p:spPr>
      </p:pic>
      <p:sp>
        <p:nvSpPr>
          <p:cNvPr id="6" name="Rectangle 5">
            <a:extLst>
              <a:ext uri="{FF2B5EF4-FFF2-40B4-BE49-F238E27FC236}">
                <a16:creationId xmlns:a16="http://schemas.microsoft.com/office/drawing/2014/main" id="{21E0FEA4-A4BF-273F-F7DB-EE6B8FA01B94}"/>
              </a:ext>
            </a:extLst>
          </p:cNvPr>
          <p:cNvSpPr/>
          <p:nvPr/>
        </p:nvSpPr>
        <p:spPr>
          <a:xfrm>
            <a:off x="6520543" y="0"/>
            <a:ext cx="2993571" cy="5000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F7B75C2-3009-C479-2B62-26E0F4ED5031}"/>
              </a:ext>
            </a:extLst>
          </p:cNvPr>
          <p:cNvSpPr txBox="1"/>
          <p:nvPr/>
        </p:nvSpPr>
        <p:spPr>
          <a:xfrm>
            <a:off x="6248400" y="1317171"/>
            <a:ext cx="3956148" cy="369332"/>
          </a:xfrm>
          <a:prstGeom prst="rect">
            <a:avLst/>
          </a:prstGeom>
          <a:noFill/>
        </p:spPr>
        <p:txBody>
          <a:bodyPr wrap="none" rtlCol="0">
            <a:spAutoFit/>
          </a:bodyPr>
          <a:lstStyle/>
          <a:p>
            <a:r>
              <a:rPr lang="en-US" dirty="0">
                <a:solidFill>
                  <a:srgbClr val="FF0000"/>
                </a:solidFill>
              </a:rPr>
              <a:t>Download domain name brainstormer</a:t>
            </a:r>
          </a:p>
        </p:txBody>
      </p:sp>
    </p:spTree>
    <p:extLst>
      <p:ext uri="{BB962C8B-B14F-4D97-AF65-F5344CB8AC3E}">
        <p14:creationId xmlns:p14="http://schemas.microsoft.com/office/powerpoint/2010/main" val="3350456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E7F1-996C-C078-A393-9D44E7D1F9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682A05-809A-3F03-1CFB-ECB2F4313A8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B80365D-188D-8415-DA99-E02FFB570CA2}"/>
              </a:ext>
            </a:extLst>
          </p:cNvPr>
          <p:cNvPicPr>
            <a:picLocks noChangeAspect="1"/>
          </p:cNvPicPr>
          <p:nvPr/>
        </p:nvPicPr>
        <p:blipFill>
          <a:blip r:embed="rId2"/>
          <a:stretch>
            <a:fillRect/>
          </a:stretch>
        </p:blipFill>
        <p:spPr>
          <a:xfrm>
            <a:off x="8675" y="18574"/>
            <a:ext cx="12174649" cy="6820852"/>
          </a:xfrm>
          <a:prstGeom prst="rect">
            <a:avLst/>
          </a:prstGeom>
        </p:spPr>
      </p:pic>
    </p:spTree>
    <p:extLst>
      <p:ext uri="{BB962C8B-B14F-4D97-AF65-F5344CB8AC3E}">
        <p14:creationId xmlns:p14="http://schemas.microsoft.com/office/powerpoint/2010/main" val="1571508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1DEF3-126D-C657-A8F6-1F1B8111B1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74CA17-C8F0-4C12-19B1-1D2AD74E297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864A421-6B5C-8EE0-86A0-C08C8FD45F4A}"/>
              </a:ext>
            </a:extLst>
          </p:cNvPr>
          <p:cNvPicPr>
            <a:picLocks noChangeAspect="1"/>
          </p:cNvPicPr>
          <p:nvPr/>
        </p:nvPicPr>
        <p:blipFill>
          <a:blip r:embed="rId2"/>
          <a:stretch>
            <a:fillRect/>
          </a:stretch>
        </p:blipFill>
        <p:spPr>
          <a:xfrm>
            <a:off x="22965" y="13811"/>
            <a:ext cx="12146070" cy="6830378"/>
          </a:xfrm>
          <a:prstGeom prst="rect">
            <a:avLst/>
          </a:prstGeom>
        </p:spPr>
      </p:pic>
    </p:spTree>
    <p:extLst>
      <p:ext uri="{BB962C8B-B14F-4D97-AF65-F5344CB8AC3E}">
        <p14:creationId xmlns:p14="http://schemas.microsoft.com/office/powerpoint/2010/main" val="1171360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D3CE3-24DC-C323-EF9D-9705546A54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6504E8-5C50-3BF0-418B-5C0085D7EBD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6371C62-4A75-604C-88E3-07B8FB8E65C4}"/>
              </a:ext>
            </a:extLst>
          </p:cNvPr>
          <p:cNvPicPr>
            <a:picLocks noChangeAspect="1"/>
          </p:cNvPicPr>
          <p:nvPr/>
        </p:nvPicPr>
        <p:blipFill>
          <a:blip r:embed="rId2"/>
          <a:stretch>
            <a:fillRect/>
          </a:stretch>
        </p:blipFill>
        <p:spPr>
          <a:xfrm>
            <a:off x="27728" y="9047"/>
            <a:ext cx="12136544" cy="6839905"/>
          </a:xfrm>
          <a:prstGeom prst="rect">
            <a:avLst/>
          </a:prstGeom>
        </p:spPr>
      </p:pic>
    </p:spTree>
    <p:extLst>
      <p:ext uri="{BB962C8B-B14F-4D97-AF65-F5344CB8AC3E}">
        <p14:creationId xmlns:p14="http://schemas.microsoft.com/office/powerpoint/2010/main" val="3167921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C1464-DC0B-C2F6-C307-1BB207FAAFEC}"/>
              </a:ext>
            </a:extLst>
          </p:cNvPr>
          <p:cNvSpPr>
            <a:spLocks noGrp="1"/>
          </p:cNvSpPr>
          <p:nvPr>
            <p:ph type="title"/>
          </p:nvPr>
        </p:nvSpPr>
        <p:spPr/>
        <p:txBody>
          <a:bodyPr/>
          <a:lstStyle/>
          <a:p>
            <a:r>
              <a:rPr lang="en-US" dirty="0"/>
              <a:t>Eric Tech has created an AI Profile tool, called </a:t>
            </a:r>
            <a:br>
              <a:rPr lang="en-US" dirty="0"/>
            </a:br>
            <a:r>
              <a:rPr lang="en-US" dirty="0"/>
              <a:t>DINQ</a:t>
            </a:r>
          </a:p>
        </p:txBody>
      </p:sp>
      <p:pic>
        <p:nvPicPr>
          <p:cNvPr id="5" name="Picture 4">
            <a:extLst>
              <a:ext uri="{FF2B5EF4-FFF2-40B4-BE49-F238E27FC236}">
                <a16:creationId xmlns:a16="http://schemas.microsoft.com/office/drawing/2014/main" id="{BDDC41FC-75A2-B406-6B8F-0AA2AF734AE6}"/>
              </a:ext>
            </a:extLst>
          </p:cNvPr>
          <p:cNvPicPr>
            <a:picLocks noChangeAspect="1"/>
          </p:cNvPicPr>
          <p:nvPr/>
        </p:nvPicPr>
        <p:blipFill>
          <a:blip r:embed="rId2"/>
          <a:stretch>
            <a:fillRect/>
          </a:stretch>
        </p:blipFill>
        <p:spPr>
          <a:xfrm>
            <a:off x="2378495" y="1206061"/>
            <a:ext cx="8866447" cy="5503312"/>
          </a:xfrm>
          <a:prstGeom prst="rect">
            <a:avLst/>
          </a:prstGeom>
        </p:spPr>
      </p:pic>
      <p:pic>
        <p:nvPicPr>
          <p:cNvPr id="7" name="Picture 6">
            <a:extLst>
              <a:ext uri="{FF2B5EF4-FFF2-40B4-BE49-F238E27FC236}">
                <a16:creationId xmlns:a16="http://schemas.microsoft.com/office/drawing/2014/main" id="{99F6C310-53EF-B259-03F8-3B09703634D2}"/>
              </a:ext>
            </a:extLst>
          </p:cNvPr>
          <p:cNvPicPr>
            <a:picLocks noChangeAspect="1"/>
          </p:cNvPicPr>
          <p:nvPr/>
        </p:nvPicPr>
        <p:blipFill>
          <a:blip r:embed="rId3"/>
          <a:stretch>
            <a:fillRect/>
          </a:stretch>
        </p:blipFill>
        <p:spPr>
          <a:xfrm>
            <a:off x="7480959" y="5625979"/>
            <a:ext cx="3543795" cy="866896"/>
          </a:xfrm>
          <a:prstGeom prst="rect">
            <a:avLst/>
          </a:prstGeom>
        </p:spPr>
      </p:pic>
      <p:sp>
        <p:nvSpPr>
          <p:cNvPr id="8" name="TextBox 7">
            <a:extLst>
              <a:ext uri="{FF2B5EF4-FFF2-40B4-BE49-F238E27FC236}">
                <a16:creationId xmlns:a16="http://schemas.microsoft.com/office/drawing/2014/main" id="{EF7E10D2-883F-3034-E9F2-F458CBDEA513}"/>
              </a:ext>
            </a:extLst>
          </p:cNvPr>
          <p:cNvSpPr txBox="1"/>
          <p:nvPr/>
        </p:nvSpPr>
        <p:spPr>
          <a:xfrm>
            <a:off x="7717971" y="5148943"/>
            <a:ext cx="2308902" cy="369332"/>
          </a:xfrm>
          <a:prstGeom prst="rect">
            <a:avLst/>
          </a:prstGeom>
          <a:noFill/>
        </p:spPr>
        <p:txBody>
          <a:bodyPr wrap="none" rtlCol="0">
            <a:spAutoFit/>
          </a:bodyPr>
          <a:lstStyle/>
          <a:p>
            <a:r>
              <a:rPr lang="en-US" dirty="0"/>
              <a:t>Invite code for testing</a:t>
            </a:r>
          </a:p>
        </p:txBody>
      </p:sp>
    </p:spTree>
    <p:extLst>
      <p:ext uri="{BB962C8B-B14F-4D97-AF65-F5344CB8AC3E}">
        <p14:creationId xmlns:p14="http://schemas.microsoft.com/office/powerpoint/2010/main" val="1164454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5C055-15B6-98C6-85E8-6B6124B9E7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A96127-7BC7-B6FA-BA97-ADDD1D2FF35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6760C48-F51D-E40A-F4DC-41DFF3804A2A}"/>
              </a:ext>
            </a:extLst>
          </p:cNvPr>
          <p:cNvPicPr>
            <a:picLocks noChangeAspect="1"/>
          </p:cNvPicPr>
          <p:nvPr/>
        </p:nvPicPr>
        <p:blipFill>
          <a:blip r:embed="rId2"/>
          <a:stretch>
            <a:fillRect/>
          </a:stretch>
        </p:blipFill>
        <p:spPr>
          <a:xfrm>
            <a:off x="32491" y="18574"/>
            <a:ext cx="12127017" cy="6820852"/>
          </a:xfrm>
          <a:prstGeom prst="rect">
            <a:avLst/>
          </a:prstGeom>
        </p:spPr>
      </p:pic>
    </p:spTree>
    <p:extLst>
      <p:ext uri="{BB962C8B-B14F-4D97-AF65-F5344CB8AC3E}">
        <p14:creationId xmlns:p14="http://schemas.microsoft.com/office/powerpoint/2010/main" val="2150515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5B7A2-A068-88CA-B8A0-CA035D834D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B1454F-BB72-8D1E-D911-9694252C3DE5}"/>
              </a:ext>
            </a:extLst>
          </p:cNvPr>
          <p:cNvSpPr>
            <a:spLocks noGrp="1"/>
          </p:cNvSpPr>
          <p:nvPr>
            <p:ph type="ctrTitle"/>
          </p:nvPr>
        </p:nvSpPr>
        <p:spPr/>
        <p:txBody>
          <a:bodyPr/>
          <a:lstStyle/>
          <a:p>
            <a:r>
              <a:rPr lang="en-US" dirty="0"/>
              <a:t>Stripe Integration</a:t>
            </a:r>
          </a:p>
        </p:txBody>
      </p:sp>
      <p:sp>
        <p:nvSpPr>
          <p:cNvPr id="5" name="Subtitle 4">
            <a:extLst>
              <a:ext uri="{FF2B5EF4-FFF2-40B4-BE49-F238E27FC236}">
                <a16:creationId xmlns:a16="http://schemas.microsoft.com/office/drawing/2014/main" id="{88C546AC-5BBC-1528-5337-4C29DF61FC3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5282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2B8C-11FD-A239-2429-11D5AE8AA4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0932F6-1047-74B1-8DAC-EAA6D4A9BFF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3A7B08E-F1A1-D340-E754-FE9AC637F65A}"/>
              </a:ext>
            </a:extLst>
          </p:cNvPr>
          <p:cNvPicPr>
            <a:picLocks noChangeAspect="1"/>
          </p:cNvPicPr>
          <p:nvPr/>
        </p:nvPicPr>
        <p:blipFill>
          <a:blip r:embed="rId2"/>
          <a:stretch>
            <a:fillRect/>
          </a:stretch>
        </p:blipFill>
        <p:spPr>
          <a:xfrm>
            <a:off x="162989" y="0"/>
            <a:ext cx="11866021" cy="6858000"/>
          </a:xfrm>
          <a:prstGeom prst="rect">
            <a:avLst/>
          </a:prstGeom>
        </p:spPr>
      </p:pic>
      <p:sp>
        <p:nvSpPr>
          <p:cNvPr id="6" name="Rectangle 5">
            <a:extLst>
              <a:ext uri="{FF2B5EF4-FFF2-40B4-BE49-F238E27FC236}">
                <a16:creationId xmlns:a16="http://schemas.microsoft.com/office/drawing/2014/main" id="{97FBB51E-DEC8-E645-024A-3D1894C89C84}"/>
              </a:ext>
            </a:extLst>
          </p:cNvPr>
          <p:cNvSpPr/>
          <p:nvPr/>
        </p:nvSpPr>
        <p:spPr>
          <a:xfrm>
            <a:off x="5747657" y="1262743"/>
            <a:ext cx="2525486" cy="5628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70A807F-7A90-05A3-02CB-FE91C01743E8}"/>
              </a:ext>
            </a:extLst>
          </p:cNvPr>
          <p:cNvSpPr txBox="1"/>
          <p:nvPr/>
        </p:nvSpPr>
        <p:spPr>
          <a:xfrm>
            <a:off x="6096000" y="2068286"/>
            <a:ext cx="2059538" cy="369332"/>
          </a:xfrm>
          <a:prstGeom prst="rect">
            <a:avLst/>
          </a:prstGeom>
          <a:noFill/>
        </p:spPr>
        <p:txBody>
          <a:bodyPr wrap="none" rtlCol="0">
            <a:spAutoFit/>
          </a:bodyPr>
          <a:lstStyle/>
          <a:p>
            <a:r>
              <a:rPr lang="en-US" dirty="0">
                <a:highlight>
                  <a:srgbClr val="FFFF00"/>
                </a:highlight>
              </a:rPr>
              <a:t>Download this skill</a:t>
            </a:r>
          </a:p>
        </p:txBody>
      </p:sp>
    </p:spTree>
    <p:extLst>
      <p:ext uri="{BB962C8B-B14F-4D97-AF65-F5344CB8AC3E}">
        <p14:creationId xmlns:p14="http://schemas.microsoft.com/office/powerpoint/2010/main" val="3867989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918E-AAF4-6662-50EE-EC3E159EF0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4060E7-009E-4AC1-B62E-A4529637B20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BFD2FC2-5275-0201-1DCC-903EC5683E9C}"/>
              </a:ext>
            </a:extLst>
          </p:cNvPr>
          <p:cNvPicPr>
            <a:picLocks noChangeAspect="1"/>
          </p:cNvPicPr>
          <p:nvPr/>
        </p:nvPicPr>
        <p:blipFill>
          <a:blip r:embed="rId2"/>
          <a:stretch>
            <a:fillRect/>
          </a:stretch>
        </p:blipFill>
        <p:spPr>
          <a:xfrm>
            <a:off x="46502" y="0"/>
            <a:ext cx="12098995" cy="6858000"/>
          </a:xfrm>
          <a:prstGeom prst="rect">
            <a:avLst/>
          </a:prstGeom>
        </p:spPr>
      </p:pic>
    </p:spTree>
    <p:extLst>
      <p:ext uri="{BB962C8B-B14F-4D97-AF65-F5344CB8AC3E}">
        <p14:creationId xmlns:p14="http://schemas.microsoft.com/office/powerpoint/2010/main" val="2891602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D1117-C079-544C-8636-E861D3C227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3F31EA-4A3E-76F9-88D2-F997EAC0F4A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7734479-1A77-74B0-1FCE-71B58122334E}"/>
              </a:ext>
            </a:extLst>
          </p:cNvPr>
          <p:cNvPicPr>
            <a:picLocks noChangeAspect="1"/>
          </p:cNvPicPr>
          <p:nvPr/>
        </p:nvPicPr>
        <p:blipFill>
          <a:blip r:embed="rId2"/>
          <a:stretch>
            <a:fillRect/>
          </a:stretch>
        </p:blipFill>
        <p:spPr>
          <a:xfrm>
            <a:off x="13211" y="0"/>
            <a:ext cx="12165577" cy="6858000"/>
          </a:xfrm>
          <a:prstGeom prst="rect">
            <a:avLst/>
          </a:prstGeom>
        </p:spPr>
      </p:pic>
    </p:spTree>
    <p:extLst>
      <p:ext uri="{BB962C8B-B14F-4D97-AF65-F5344CB8AC3E}">
        <p14:creationId xmlns:p14="http://schemas.microsoft.com/office/powerpoint/2010/main" val="2511452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C8ABA-48EF-7E21-B5E2-6AF5722A11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AF13FC-A755-8023-5E9F-3EDBC9263A8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E826E8E-D41D-C3D4-42B5-456FFFF81953}"/>
              </a:ext>
            </a:extLst>
          </p:cNvPr>
          <p:cNvPicPr>
            <a:picLocks noChangeAspect="1"/>
          </p:cNvPicPr>
          <p:nvPr/>
        </p:nvPicPr>
        <p:blipFill>
          <a:blip r:embed="rId2"/>
          <a:stretch>
            <a:fillRect/>
          </a:stretch>
        </p:blipFill>
        <p:spPr>
          <a:xfrm>
            <a:off x="13438" y="28100"/>
            <a:ext cx="12165123" cy="6801799"/>
          </a:xfrm>
          <a:prstGeom prst="rect">
            <a:avLst/>
          </a:prstGeom>
        </p:spPr>
      </p:pic>
    </p:spTree>
    <p:extLst>
      <p:ext uri="{BB962C8B-B14F-4D97-AF65-F5344CB8AC3E}">
        <p14:creationId xmlns:p14="http://schemas.microsoft.com/office/powerpoint/2010/main" val="274155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A15AF-644D-6F50-60F5-AB4588799E01}"/>
              </a:ext>
            </a:extLst>
          </p:cNvPr>
          <p:cNvSpPr>
            <a:spLocks noGrp="1"/>
          </p:cNvSpPr>
          <p:nvPr>
            <p:ph type="title"/>
          </p:nvPr>
        </p:nvSpPr>
        <p:spPr/>
        <p:txBody>
          <a:bodyPr>
            <a:noAutofit/>
          </a:bodyPr>
          <a:lstStyle/>
          <a:p>
            <a:r>
              <a:rPr lang="en-US" sz="2400" dirty="0"/>
              <a:t>Eric discusses the final steps for completing a Stripe integration using Claude Code. He explains that after the AI has generated the necessary </a:t>
            </a:r>
            <a:r>
              <a:rPr lang="en-US" sz="2400" dirty="0">
                <a:solidFill>
                  <a:srgbClr val="FF0000"/>
                </a:solidFill>
              </a:rPr>
              <a:t>code and environment variables</a:t>
            </a:r>
            <a:r>
              <a:rPr lang="en-US" sz="2400" dirty="0"/>
              <a:t>, you need to manually obtain specific </a:t>
            </a:r>
            <a:r>
              <a:rPr lang="en-US" sz="2400" b="1" dirty="0"/>
              <a:t>API Keys</a:t>
            </a:r>
            <a:r>
              <a:rPr lang="en-US" sz="2400" dirty="0"/>
              <a:t> from your </a:t>
            </a:r>
            <a:r>
              <a:rPr lang="en-US" sz="2400" b="1" dirty="0"/>
              <a:t>Stripe Dashboard</a:t>
            </a:r>
            <a:r>
              <a:rPr lang="en-US" sz="2400" dirty="0"/>
              <a:t> to make the payment system functional.</a:t>
            </a:r>
          </a:p>
        </p:txBody>
      </p:sp>
      <p:sp>
        <p:nvSpPr>
          <p:cNvPr id="3" name="Content Placeholder 2">
            <a:extLst>
              <a:ext uri="{FF2B5EF4-FFF2-40B4-BE49-F238E27FC236}">
                <a16:creationId xmlns:a16="http://schemas.microsoft.com/office/drawing/2014/main" id="{DABF0CE4-D9D9-7AC4-B71B-0FA1C7DB8E7E}"/>
              </a:ext>
            </a:extLst>
          </p:cNvPr>
          <p:cNvSpPr>
            <a:spLocks noGrp="1"/>
          </p:cNvSpPr>
          <p:nvPr>
            <p:ph idx="1"/>
          </p:nvPr>
        </p:nvSpPr>
        <p:spPr/>
        <p:txBody>
          <a:bodyPr>
            <a:normAutofit fontScale="92500" lnSpcReduction="20000"/>
          </a:bodyPr>
          <a:lstStyle/>
          <a:p>
            <a:r>
              <a:rPr lang="en-US" b="1" dirty="0"/>
              <a:t>Where to find them:</a:t>
            </a:r>
            <a:r>
              <a:rPr lang="en-US" dirty="0"/>
              <a:t> You need to navigate to the </a:t>
            </a:r>
            <a:r>
              <a:rPr lang="en-US" b="1" dirty="0"/>
              <a:t>"Developers"</a:t>
            </a:r>
            <a:r>
              <a:rPr lang="en-US" dirty="0"/>
              <a:t> section in your Stripe dashboard and then click on </a:t>
            </a:r>
            <a:r>
              <a:rPr lang="en-US" b="1" dirty="0"/>
              <a:t>"API keys"</a:t>
            </a:r>
            <a:r>
              <a:rPr lang="en-US" dirty="0"/>
              <a:t> [</a:t>
            </a:r>
            <a:r>
              <a:rPr lang="en-US" dirty="0">
                <a:hlinkClick r:id="rId2"/>
              </a:rPr>
              <a:t>14:51</a:t>
            </a:r>
            <a:r>
              <a:rPr lang="en-US" dirty="0"/>
              <a:t>].</a:t>
            </a:r>
          </a:p>
          <a:p>
            <a:r>
              <a:rPr lang="en-US" b="1" dirty="0"/>
              <a:t>The specific keys needed:</a:t>
            </a:r>
            <a:r>
              <a:rPr lang="en-US" dirty="0"/>
              <a:t> He points out that you will need two main keys: the </a:t>
            </a:r>
            <a:r>
              <a:rPr lang="en-US" b="1" dirty="0"/>
              <a:t>Publishable key</a:t>
            </a:r>
            <a:r>
              <a:rPr lang="en-US" dirty="0"/>
              <a:t> and the </a:t>
            </a:r>
            <a:r>
              <a:rPr lang="en-US" b="1" dirty="0"/>
              <a:t>Secret key</a:t>
            </a:r>
            <a:r>
              <a:rPr lang="en-US" dirty="0"/>
              <a:t> [</a:t>
            </a:r>
            <a:r>
              <a:rPr lang="en-US" dirty="0">
                <a:hlinkClick r:id="rId3"/>
              </a:rPr>
              <a:t>14:55</a:t>
            </a:r>
            <a:r>
              <a:rPr lang="en-US" dirty="0"/>
              <a:t>].</a:t>
            </a:r>
          </a:p>
          <a:p>
            <a:r>
              <a:rPr lang="en-US" b="1" dirty="0"/>
              <a:t>Where to put them:</a:t>
            </a:r>
            <a:r>
              <a:rPr lang="en-US" dirty="0"/>
              <a:t> These keys must be added to your project's .</a:t>
            </a:r>
            <a:r>
              <a:rPr lang="en-US" dirty="0" err="1"/>
              <a:t>env.local</a:t>
            </a:r>
            <a:r>
              <a:rPr lang="en-US" dirty="0"/>
              <a:t> file (specifically, Claude Code created variables like STRIPE_PUBLISHABLE_KEY and STRIPE_SECRET_KEY) [</a:t>
            </a:r>
            <a:r>
              <a:rPr lang="en-US" dirty="0">
                <a:hlinkClick r:id="rId4"/>
              </a:rPr>
              <a:t>16:40</a:t>
            </a:r>
            <a:r>
              <a:rPr lang="en-US" dirty="0"/>
              <a:t>].</a:t>
            </a:r>
          </a:p>
          <a:p>
            <a:r>
              <a:rPr lang="en-US" b="1" dirty="0"/>
              <a:t>Why they are necessary:</a:t>
            </a:r>
            <a:r>
              <a:rPr lang="en-US" dirty="0"/>
              <a:t> These keys are what link your local application to your specific Stripe account, allowing the app to actually process payments or handle subscriptions [</a:t>
            </a:r>
            <a:r>
              <a:rPr lang="en-US" dirty="0">
                <a:hlinkClick r:id="rId5"/>
              </a:rPr>
              <a:t>15:00</a:t>
            </a:r>
            <a:r>
              <a:rPr lang="en-US" dirty="0"/>
              <a:t>].</a:t>
            </a:r>
          </a:p>
          <a:p>
            <a:pPr marL="0" indent="0">
              <a:buNone/>
            </a:pPr>
            <a:r>
              <a:rPr lang="en-US" dirty="0"/>
              <a:t>Essentially, he is showing that while the AI can write all the integration logic, you still have to "</a:t>
            </a:r>
            <a:r>
              <a:rPr lang="en-US" dirty="0">
                <a:solidFill>
                  <a:srgbClr val="FF0000"/>
                </a:solidFill>
              </a:rPr>
              <a:t>plug in</a:t>
            </a:r>
            <a:r>
              <a:rPr lang="en-US" dirty="0"/>
              <a:t>" your unique credentials from Stripe to take the application live or test it in a sandbox environment [</a:t>
            </a:r>
            <a:r>
              <a:rPr lang="en-US" dirty="0">
                <a:hlinkClick r:id="rId6"/>
              </a:rPr>
              <a:t>17:19</a:t>
            </a:r>
            <a:r>
              <a:rPr lang="en-US" dirty="0"/>
              <a:t>].</a:t>
            </a:r>
          </a:p>
        </p:txBody>
      </p:sp>
    </p:spTree>
    <p:extLst>
      <p:ext uri="{BB962C8B-B14F-4D97-AF65-F5344CB8AC3E}">
        <p14:creationId xmlns:p14="http://schemas.microsoft.com/office/powerpoint/2010/main" val="1583316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5497-1B8D-05D9-A2EA-DFA6456EAB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06FED7-B6FC-7EC7-1C2F-ECAEEA851C5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635D10B-437E-6D2C-E21F-1B62FD56CF7D}"/>
              </a:ext>
            </a:extLst>
          </p:cNvPr>
          <p:cNvPicPr>
            <a:picLocks noChangeAspect="1"/>
          </p:cNvPicPr>
          <p:nvPr/>
        </p:nvPicPr>
        <p:blipFill>
          <a:blip r:embed="rId2"/>
          <a:stretch>
            <a:fillRect/>
          </a:stretch>
        </p:blipFill>
        <p:spPr>
          <a:xfrm>
            <a:off x="80123" y="32863"/>
            <a:ext cx="12031754" cy="6792273"/>
          </a:xfrm>
          <a:prstGeom prst="rect">
            <a:avLst/>
          </a:prstGeom>
        </p:spPr>
      </p:pic>
    </p:spTree>
    <p:extLst>
      <p:ext uri="{BB962C8B-B14F-4D97-AF65-F5344CB8AC3E}">
        <p14:creationId xmlns:p14="http://schemas.microsoft.com/office/powerpoint/2010/main" val="1889413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7B5C-3EE9-DEE2-8F2F-5B91751CAE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005FBA-9FC3-985B-0FF1-76A42D77813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56A1BC8-3B54-B6D0-9427-A2F22C96DB3B}"/>
              </a:ext>
            </a:extLst>
          </p:cNvPr>
          <p:cNvPicPr>
            <a:picLocks noChangeAspect="1"/>
          </p:cNvPicPr>
          <p:nvPr/>
        </p:nvPicPr>
        <p:blipFill>
          <a:blip r:embed="rId2"/>
          <a:stretch>
            <a:fillRect/>
          </a:stretch>
        </p:blipFill>
        <p:spPr>
          <a:xfrm>
            <a:off x="794597" y="32863"/>
            <a:ext cx="10602805" cy="6792273"/>
          </a:xfrm>
          <a:prstGeom prst="rect">
            <a:avLst/>
          </a:prstGeom>
        </p:spPr>
      </p:pic>
    </p:spTree>
    <p:extLst>
      <p:ext uri="{BB962C8B-B14F-4D97-AF65-F5344CB8AC3E}">
        <p14:creationId xmlns:p14="http://schemas.microsoft.com/office/powerpoint/2010/main" val="884413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F6C56-46C1-BAF6-58F3-389B1E4682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8BACE8-00B4-8713-5EBF-F1F1D3725DE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CC0FDE1-2C83-72BC-225F-6BD15B486D9F}"/>
              </a:ext>
            </a:extLst>
          </p:cNvPr>
          <p:cNvPicPr>
            <a:picLocks noChangeAspect="1"/>
          </p:cNvPicPr>
          <p:nvPr/>
        </p:nvPicPr>
        <p:blipFill>
          <a:blip r:embed="rId2"/>
          <a:stretch>
            <a:fillRect/>
          </a:stretch>
        </p:blipFill>
        <p:spPr>
          <a:xfrm>
            <a:off x="13438" y="371048"/>
            <a:ext cx="12165123" cy="6115904"/>
          </a:xfrm>
          <a:prstGeom prst="rect">
            <a:avLst/>
          </a:prstGeom>
        </p:spPr>
      </p:pic>
    </p:spTree>
    <p:extLst>
      <p:ext uri="{BB962C8B-B14F-4D97-AF65-F5344CB8AC3E}">
        <p14:creationId xmlns:p14="http://schemas.microsoft.com/office/powerpoint/2010/main" val="3216739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680ED-C41F-2213-79B6-1648A4B2BB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22EBC9-B5B3-AAB2-FEE7-4EF70F2321FA}"/>
              </a:ext>
            </a:extLst>
          </p:cNvPr>
          <p:cNvSpPr>
            <a:spLocks noGrp="1"/>
          </p:cNvSpPr>
          <p:nvPr>
            <p:ph type="ctrTitle"/>
          </p:nvPr>
        </p:nvSpPr>
        <p:spPr/>
        <p:txBody>
          <a:bodyPr/>
          <a:lstStyle/>
          <a:p>
            <a:r>
              <a:rPr lang="en-US" dirty="0"/>
              <a:t>Skill Creator</a:t>
            </a:r>
          </a:p>
        </p:txBody>
      </p:sp>
      <p:sp>
        <p:nvSpPr>
          <p:cNvPr id="5" name="Subtitle 4">
            <a:extLst>
              <a:ext uri="{FF2B5EF4-FFF2-40B4-BE49-F238E27FC236}">
                <a16:creationId xmlns:a16="http://schemas.microsoft.com/office/drawing/2014/main" id="{0C188898-E00C-1EDB-7EF6-92B12F492F1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05065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69B84-F424-9ADE-8995-DEBC92A3DF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0462FE-0AEC-ED63-6600-6EC037B1B38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1367432-7AAF-C10B-28C8-FAC7A509BE35}"/>
              </a:ext>
            </a:extLst>
          </p:cNvPr>
          <p:cNvPicPr>
            <a:picLocks noChangeAspect="1"/>
          </p:cNvPicPr>
          <p:nvPr/>
        </p:nvPicPr>
        <p:blipFill>
          <a:blip r:embed="rId2"/>
          <a:stretch>
            <a:fillRect/>
          </a:stretch>
        </p:blipFill>
        <p:spPr>
          <a:xfrm>
            <a:off x="32491" y="409153"/>
            <a:ext cx="12127017" cy="6039693"/>
          </a:xfrm>
          <a:prstGeom prst="rect">
            <a:avLst/>
          </a:prstGeom>
        </p:spPr>
      </p:pic>
    </p:spTree>
    <p:extLst>
      <p:ext uri="{BB962C8B-B14F-4D97-AF65-F5344CB8AC3E}">
        <p14:creationId xmlns:p14="http://schemas.microsoft.com/office/powerpoint/2010/main" val="3477955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C5C12-B577-0A14-9B3C-111E8DD1F2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673A68-D512-A922-B96D-12BE310AA9C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D2CDE00-DDD6-84C8-4A81-46A515CA5936}"/>
              </a:ext>
            </a:extLst>
          </p:cNvPr>
          <p:cNvPicPr>
            <a:picLocks noChangeAspect="1"/>
          </p:cNvPicPr>
          <p:nvPr/>
        </p:nvPicPr>
        <p:blipFill>
          <a:blip r:embed="rId2"/>
          <a:stretch>
            <a:fillRect/>
          </a:stretch>
        </p:blipFill>
        <p:spPr>
          <a:xfrm>
            <a:off x="0" y="392841"/>
            <a:ext cx="12192000" cy="6072317"/>
          </a:xfrm>
          <a:prstGeom prst="rect">
            <a:avLst/>
          </a:prstGeom>
        </p:spPr>
      </p:pic>
    </p:spTree>
    <p:extLst>
      <p:ext uri="{BB962C8B-B14F-4D97-AF65-F5344CB8AC3E}">
        <p14:creationId xmlns:p14="http://schemas.microsoft.com/office/powerpoint/2010/main" val="3535471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A9A4-353D-E8ED-4739-507186C9EF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DE46B4-786E-2327-5CC7-71CD15389A4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0F6761A7-406F-3A4A-7C12-0C29B29A4883}"/>
              </a:ext>
            </a:extLst>
          </p:cNvPr>
          <p:cNvPicPr>
            <a:picLocks noChangeAspect="1"/>
          </p:cNvPicPr>
          <p:nvPr/>
        </p:nvPicPr>
        <p:blipFill>
          <a:blip r:embed="rId2"/>
          <a:stretch>
            <a:fillRect/>
          </a:stretch>
        </p:blipFill>
        <p:spPr>
          <a:xfrm>
            <a:off x="8675" y="409153"/>
            <a:ext cx="12174649" cy="6039693"/>
          </a:xfrm>
          <a:prstGeom prst="rect">
            <a:avLst/>
          </a:prstGeom>
        </p:spPr>
      </p:pic>
    </p:spTree>
    <p:extLst>
      <p:ext uri="{BB962C8B-B14F-4D97-AF65-F5344CB8AC3E}">
        <p14:creationId xmlns:p14="http://schemas.microsoft.com/office/powerpoint/2010/main" val="132076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3813-5D6F-2F07-86E2-65ED4385F7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902C26-1EC9-FAC9-6A9B-BCB031DD4D2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94C39D8-F9F9-C427-4263-0CBCD82FB639}"/>
              </a:ext>
            </a:extLst>
          </p:cNvPr>
          <p:cNvPicPr>
            <a:picLocks noChangeAspect="1"/>
          </p:cNvPicPr>
          <p:nvPr/>
        </p:nvPicPr>
        <p:blipFill>
          <a:blip r:embed="rId2"/>
          <a:stretch>
            <a:fillRect/>
          </a:stretch>
        </p:blipFill>
        <p:spPr>
          <a:xfrm>
            <a:off x="13438" y="432969"/>
            <a:ext cx="12165123" cy="5992061"/>
          </a:xfrm>
          <a:prstGeom prst="rect">
            <a:avLst/>
          </a:prstGeom>
        </p:spPr>
      </p:pic>
    </p:spTree>
    <p:extLst>
      <p:ext uri="{BB962C8B-B14F-4D97-AF65-F5344CB8AC3E}">
        <p14:creationId xmlns:p14="http://schemas.microsoft.com/office/powerpoint/2010/main" val="1983008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61580-7A3E-A36B-5EF0-D7D040B39F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57CA19-0B89-E428-0837-F778EA1A8DC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92D1539-144E-F8DB-A0CA-86E550544852}"/>
              </a:ext>
            </a:extLst>
          </p:cNvPr>
          <p:cNvPicPr>
            <a:picLocks noChangeAspect="1"/>
          </p:cNvPicPr>
          <p:nvPr/>
        </p:nvPicPr>
        <p:blipFill>
          <a:blip r:embed="rId2"/>
          <a:stretch>
            <a:fillRect/>
          </a:stretch>
        </p:blipFill>
        <p:spPr>
          <a:xfrm>
            <a:off x="22965" y="428206"/>
            <a:ext cx="12146070" cy="6001588"/>
          </a:xfrm>
          <a:prstGeom prst="rect">
            <a:avLst/>
          </a:prstGeom>
        </p:spPr>
      </p:pic>
    </p:spTree>
    <p:extLst>
      <p:ext uri="{BB962C8B-B14F-4D97-AF65-F5344CB8AC3E}">
        <p14:creationId xmlns:p14="http://schemas.microsoft.com/office/powerpoint/2010/main" val="2898626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8CCAD-E077-208C-A6BD-4A5B41680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D1C181-62CE-EF93-4C86-DCB33E69B75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A65DBDC-2604-6423-C3D8-6A19D68D0207}"/>
              </a:ext>
            </a:extLst>
          </p:cNvPr>
          <p:cNvPicPr>
            <a:picLocks noChangeAspect="1"/>
          </p:cNvPicPr>
          <p:nvPr/>
        </p:nvPicPr>
        <p:blipFill>
          <a:blip r:embed="rId2"/>
          <a:stretch>
            <a:fillRect/>
          </a:stretch>
        </p:blipFill>
        <p:spPr>
          <a:xfrm>
            <a:off x="13438" y="432969"/>
            <a:ext cx="12165123" cy="5992061"/>
          </a:xfrm>
          <a:prstGeom prst="rect">
            <a:avLst/>
          </a:prstGeom>
        </p:spPr>
      </p:pic>
    </p:spTree>
    <p:extLst>
      <p:ext uri="{BB962C8B-B14F-4D97-AF65-F5344CB8AC3E}">
        <p14:creationId xmlns:p14="http://schemas.microsoft.com/office/powerpoint/2010/main" val="3626025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06E8D-43CF-E695-1CEB-B046666FD29A}"/>
              </a:ext>
            </a:extLst>
          </p:cNvPr>
          <p:cNvSpPr>
            <a:spLocks noGrp="1"/>
          </p:cNvSpPr>
          <p:nvPr>
            <p:ph type="title"/>
          </p:nvPr>
        </p:nvSpPr>
        <p:spPr/>
        <p:txBody>
          <a:bodyPr>
            <a:noAutofit/>
          </a:bodyPr>
          <a:lstStyle/>
          <a:p>
            <a:r>
              <a:rPr lang="en-US" sz="2400" dirty="0"/>
              <a:t>At around </a:t>
            </a:r>
            <a:r>
              <a:rPr lang="en-US" sz="2400" b="1" dirty="0"/>
              <a:t>21:36</a:t>
            </a:r>
            <a:r>
              <a:rPr lang="en-US" sz="2400" dirty="0"/>
              <a:t>, you are correct that Eric opens a new session, but he does not switch to the Claude AI website. Instead, he opens </a:t>
            </a:r>
            <a:r>
              <a:rPr lang="en-US" sz="2400" dirty="0">
                <a:highlight>
                  <a:srgbClr val="FFFF00"/>
                </a:highlight>
              </a:rPr>
              <a:t>a </a:t>
            </a:r>
            <a:r>
              <a:rPr lang="en-US" sz="2400" b="1" dirty="0">
                <a:highlight>
                  <a:srgbClr val="FFFF00"/>
                </a:highlight>
              </a:rPr>
              <a:t>new terminal session of Claude Code</a:t>
            </a:r>
            <a:r>
              <a:rPr lang="en-US" sz="2400" dirty="0"/>
              <a:t> directly within his code editor (VS Code) [</a:t>
            </a:r>
            <a:r>
              <a:rPr lang="en-US" sz="2400" dirty="0">
                <a:hlinkClick r:id="rId2"/>
              </a:rPr>
              <a:t>21:34</a:t>
            </a:r>
            <a:r>
              <a:rPr lang="en-US" sz="2400" dirty="0"/>
              <a:t>].</a:t>
            </a:r>
          </a:p>
        </p:txBody>
      </p:sp>
      <p:sp>
        <p:nvSpPr>
          <p:cNvPr id="3" name="Content Placeholder 2">
            <a:extLst>
              <a:ext uri="{FF2B5EF4-FFF2-40B4-BE49-F238E27FC236}">
                <a16:creationId xmlns:a16="http://schemas.microsoft.com/office/drawing/2014/main" id="{9EE1F81C-43DE-4140-7A3D-5052F550B9ED}"/>
              </a:ext>
            </a:extLst>
          </p:cNvPr>
          <p:cNvSpPr>
            <a:spLocks noGrp="1"/>
          </p:cNvSpPr>
          <p:nvPr>
            <p:ph idx="1"/>
          </p:nvPr>
        </p:nvSpPr>
        <p:spPr/>
        <p:txBody>
          <a:bodyPr>
            <a:normAutofit fontScale="92500" lnSpcReduction="20000"/>
          </a:bodyPr>
          <a:lstStyle/>
          <a:p>
            <a:r>
              <a:rPr lang="en-US" b="1" dirty="0"/>
              <a:t>Vibe Coding in the Terminal:</a:t>
            </a:r>
            <a:r>
              <a:rPr lang="en-US" dirty="0"/>
              <a:t> He was already using </a:t>
            </a:r>
            <a:r>
              <a:rPr lang="en-US" b="1" dirty="0"/>
              <a:t>Claude Code</a:t>
            </a:r>
            <a:r>
              <a:rPr lang="en-US" dirty="0"/>
              <a:t> (the CLI tool) in a terminal window at the bottom of his </a:t>
            </a:r>
            <a:r>
              <a:rPr lang="en-US" dirty="0">
                <a:highlight>
                  <a:srgbClr val="FFFF00"/>
                </a:highlight>
              </a:rPr>
              <a:t>VS Code screen</a:t>
            </a:r>
            <a:r>
              <a:rPr lang="en-US" dirty="0"/>
              <a:t> to create a new "</a:t>
            </a:r>
            <a:r>
              <a:rPr lang="en-US" dirty="0">
                <a:highlight>
                  <a:srgbClr val="FFFF00"/>
                </a:highlight>
              </a:rPr>
              <a:t>Skill.</a:t>
            </a:r>
            <a:r>
              <a:rPr lang="en-US" dirty="0"/>
              <a:t>“</a:t>
            </a:r>
          </a:p>
          <a:p>
            <a:r>
              <a:rPr lang="en-US" b="1" dirty="0"/>
              <a:t>Opening a New Session:</a:t>
            </a:r>
            <a:r>
              <a:rPr lang="en-US" dirty="0"/>
              <a:t> Once the skill was created and saved in his project folder, he initiated a </a:t>
            </a:r>
            <a:r>
              <a:rPr lang="en-US" b="1" dirty="0">
                <a:highlight>
                  <a:srgbClr val="FFFF00"/>
                </a:highlight>
              </a:rPr>
              <a:t>fresh Claude Code session</a:t>
            </a:r>
            <a:r>
              <a:rPr lang="en-US" dirty="0">
                <a:highlight>
                  <a:srgbClr val="FFFF00"/>
                </a:highlight>
              </a:rPr>
              <a:t> </a:t>
            </a:r>
            <a:r>
              <a:rPr lang="en-US" dirty="0"/>
              <a:t>by running the </a:t>
            </a:r>
            <a:r>
              <a:rPr lang="en-US" dirty="0" err="1"/>
              <a:t>claude</a:t>
            </a:r>
            <a:r>
              <a:rPr lang="en-US" dirty="0"/>
              <a:t> command again in his terminal [</a:t>
            </a:r>
            <a:r>
              <a:rPr lang="en-US" dirty="0">
                <a:hlinkClick r:id="rId2"/>
              </a:rPr>
              <a:t>21:34</a:t>
            </a:r>
            <a:r>
              <a:rPr lang="en-US" dirty="0"/>
              <a:t>].</a:t>
            </a:r>
          </a:p>
          <a:p>
            <a:r>
              <a:rPr lang="en-US" b="1" dirty="0"/>
              <a:t>Triggering the Skill:</a:t>
            </a:r>
            <a:r>
              <a:rPr lang="en-US" dirty="0"/>
              <a:t> In this new session, he didn't need to go to a website; he simply typed a prompt asking Claude to "use the </a:t>
            </a:r>
            <a:r>
              <a:rPr lang="en-US" dirty="0">
                <a:solidFill>
                  <a:srgbClr val="FF0000"/>
                </a:solidFill>
              </a:rPr>
              <a:t>Next.JS code </a:t>
            </a:r>
            <a:r>
              <a:rPr lang="en-US" dirty="0"/>
              <a:t>review skill" to review his codebase [</a:t>
            </a:r>
            <a:r>
              <a:rPr lang="en-US" dirty="0">
                <a:hlinkClick r:id="rId3"/>
              </a:rPr>
              <a:t>21:36</a:t>
            </a:r>
            <a:r>
              <a:rPr lang="en-US" dirty="0"/>
              <a:t>].</a:t>
            </a:r>
          </a:p>
          <a:p>
            <a:pPr marL="0" indent="0">
              <a:buNone/>
            </a:pPr>
            <a:r>
              <a:rPr lang="en-US" dirty="0"/>
              <a:t>Because the terminal is integrated into VS Code, it looks like he is jumping between tools, but he is actually staying within the same development environment (vibe coding) using the </a:t>
            </a:r>
            <a:r>
              <a:rPr lang="en-US" b="1" dirty="0"/>
              <a:t>Claude Code CLI</a:t>
            </a:r>
            <a:r>
              <a:rPr lang="en-US" dirty="0"/>
              <a:t> to interact with the project files he just generated [</a:t>
            </a:r>
            <a:r>
              <a:rPr lang="en-US" dirty="0">
                <a:hlinkClick r:id="rId4"/>
              </a:rPr>
              <a:t>21:45</a:t>
            </a:r>
            <a:r>
              <a:rPr lang="en-US" dirty="0"/>
              <a:t>].</a:t>
            </a:r>
          </a:p>
        </p:txBody>
      </p:sp>
    </p:spTree>
    <p:extLst>
      <p:ext uri="{BB962C8B-B14F-4D97-AF65-F5344CB8AC3E}">
        <p14:creationId xmlns:p14="http://schemas.microsoft.com/office/powerpoint/2010/main" val="1545346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C7C7B-ED6A-4108-7579-BAF2F114C6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9E9D00-FF42-65B3-39D6-46EF7287CEB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3B950A1-B895-DF4E-1DB5-4B10056FEEA3}"/>
              </a:ext>
            </a:extLst>
          </p:cNvPr>
          <p:cNvPicPr>
            <a:picLocks noChangeAspect="1"/>
          </p:cNvPicPr>
          <p:nvPr/>
        </p:nvPicPr>
        <p:blipFill>
          <a:blip r:embed="rId2"/>
          <a:stretch>
            <a:fillRect/>
          </a:stretch>
        </p:blipFill>
        <p:spPr>
          <a:xfrm>
            <a:off x="3912" y="428206"/>
            <a:ext cx="12184175" cy="6001588"/>
          </a:xfrm>
          <a:prstGeom prst="rect">
            <a:avLst/>
          </a:prstGeom>
        </p:spPr>
      </p:pic>
    </p:spTree>
    <p:extLst>
      <p:ext uri="{BB962C8B-B14F-4D97-AF65-F5344CB8AC3E}">
        <p14:creationId xmlns:p14="http://schemas.microsoft.com/office/powerpoint/2010/main" val="1330926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B1E1-D25E-A811-7405-B9451BA4DB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78BD68-6A95-07CE-8D11-65C478BAB80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3915D4C-AAF1-8E01-B84E-10DFEB742648}"/>
              </a:ext>
            </a:extLst>
          </p:cNvPr>
          <p:cNvPicPr>
            <a:picLocks noChangeAspect="1"/>
          </p:cNvPicPr>
          <p:nvPr/>
        </p:nvPicPr>
        <p:blipFill>
          <a:blip r:embed="rId2"/>
          <a:stretch>
            <a:fillRect/>
          </a:stretch>
        </p:blipFill>
        <p:spPr>
          <a:xfrm>
            <a:off x="8675" y="413916"/>
            <a:ext cx="12174649" cy="6030167"/>
          </a:xfrm>
          <a:prstGeom prst="rect">
            <a:avLst/>
          </a:prstGeom>
        </p:spPr>
      </p:pic>
    </p:spTree>
    <p:extLst>
      <p:ext uri="{BB962C8B-B14F-4D97-AF65-F5344CB8AC3E}">
        <p14:creationId xmlns:p14="http://schemas.microsoft.com/office/powerpoint/2010/main" val="1695190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1498</TotalTime>
  <Words>667</Words>
  <Application>Microsoft Office PowerPoint</Application>
  <PresentationFormat>Widescreen</PresentationFormat>
  <Paragraphs>27</Paragraphs>
  <Slides>42</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Aptos</vt:lpstr>
      <vt:lpstr>Aptos Display</vt:lpstr>
      <vt:lpstr>Arial</vt:lpstr>
      <vt:lpstr>Office Theme</vt:lpstr>
      <vt:lpstr>Claude Code Skills</vt:lpstr>
      <vt:lpstr>PowerPoint Presentation</vt:lpstr>
      <vt:lpstr>PowerPoint Presentation</vt:lpstr>
      <vt:lpstr>Why use Claude Skills</vt:lpstr>
      <vt:lpstr>PowerPoint Presentation</vt:lpstr>
      <vt:lpstr>PowerPoint Presentation</vt:lpstr>
      <vt:lpstr>PowerPoint Presentation</vt:lpstr>
      <vt:lpstr>Front end design</vt:lpstr>
      <vt:lpstr>PowerPoint Presentation</vt:lpstr>
      <vt:lpstr>PowerPoint Presentation</vt:lpstr>
      <vt:lpstr>@trq212 Thari Shihipar</vt:lpstr>
      <vt:lpstr>PowerPoint Presentation</vt:lpstr>
      <vt:lpstr>PowerPoint Presentation</vt:lpstr>
      <vt:lpstr>PowerPoint Presentation</vt:lpstr>
      <vt:lpstr>PowerPoint Presentation</vt:lpstr>
      <vt:lpstr>Domain name brainstormer</vt:lpstr>
      <vt:lpstr>PowerPoint Presentation</vt:lpstr>
      <vt:lpstr>PowerPoint Presentation</vt:lpstr>
      <vt:lpstr>PowerPoint Presentation</vt:lpstr>
      <vt:lpstr>PowerPoint Presentation</vt:lpstr>
      <vt:lpstr>PowerPoint Presentation</vt:lpstr>
      <vt:lpstr>Eric Tech has created an AI Profile tool, called  DINQ</vt:lpstr>
      <vt:lpstr>PowerPoint Presentation</vt:lpstr>
      <vt:lpstr>Stripe Integration</vt:lpstr>
      <vt:lpstr>PowerPoint Presentation</vt:lpstr>
      <vt:lpstr>PowerPoint Presentation</vt:lpstr>
      <vt:lpstr>PowerPoint Presentation</vt:lpstr>
      <vt:lpstr>PowerPoint Presentation</vt:lpstr>
      <vt:lpstr>Eric discusses the final steps for completing a Stripe integration using Claude Code. He explains that after the AI has generated the necessary code and environment variables, you need to manually obtain specific API Keys from your Stripe Dashboard to make the payment system functional.</vt:lpstr>
      <vt:lpstr>PowerPoint Presentation</vt:lpstr>
      <vt:lpstr>PowerPoint Presentation</vt:lpstr>
      <vt:lpstr>PowerPoint Presentation</vt:lpstr>
      <vt:lpstr>Skill Creator</vt:lpstr>
      <vt:lpstr>PowerPoint Presentation</vt:lpstr>
      <vt:lpstr>PowerPoint Presentation</vt:lpstr>
      <vt:lpstr>PowerPoint Presentation</vt:lpstr>
      <vt:lpstr>PowerPoint Presentation</vt:lpstr>
      <vt:lpstr>PowerPoint Presentation</vt:lpstr>
      <vt:lpstr>PowerPoint Presentation</vt:lpstr>
      <vt:lpstr>At around 21:36, you are correct that Eric opens a new session, but he does not switch to the Claude AI website. Instead, he opens a new terminal session of Claude Code directly within his code editor (VS Code) [21:34].</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Paul</dc:creator>
  <cp:lastModifiedBy>Liu, Paul</cp:lastModifiedBy>
  <cp:revision>1</cp:revision>
  <dcterms:created xsi:type="dcterms:W3CDTF">2026-01-03T23:57:16Z</dcterms:created>
  <dcterms:modified xsi:type="dcterms:W3CDTF">2026-01-05T00:56:09Z</dcterms:modified>
</cp:coreProperties>
</file>