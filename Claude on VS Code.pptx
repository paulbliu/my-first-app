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ozhong Liu" userId="1a0da9163b2f1321" providerId="LiveId" clId="{9E039210-9A9B-4D2A-9E5F-3BB0F9D7A0FD}"/>
    <pc:docChg chg="custSel addSld modSld">
      <pc:chgData name="Baozhong Liu" userId="1a0da9163b2f1321" providerId="LiveId" clId="{9E039210-9A9B-4D2A-9E5F-3BB0F9D7A0FD}" dt="2026-01-03T01:24:21.834" v="282" actId="20577"/>
      <pc:docMkLst>
        <pc:docMk/>
      </pc:docMkLst>
      <pc:sldChg chg="modSp mod">
        <pc:chgData name="Baozhong Liu" userId="1a0da9163b2f1321" providerId="LiveId" clId="{9E039210-9A9B-4D2A-9E5F-3BB0F9D7A0FD}" dt="2026-01-03T01:24:21.834" v="282" actId="20577"/>
        <pc:sldMkLst>
          <pc:docMk/>
          <pc:sldMk cId="2560264072" sldId="256"/>
        </pc:sldMkLst>
        <pc:spChg chg="mod">
          <ac:chgData name="Baozhong Liu" userId="1a0da9163b2f1321" providerId="LiveId" clId="{9E039210-9A9B-4D2A-9E5F-3BB0F9D7A0FD}" dt="2026-01-03T01:24:21.834" v="282" actId="20577"/>
          <ac:spMkLst>
            <pc:docMk/>
            <pc:sldMk cId="2560264072" sldId="256"/>
            <ac:spMk id="2" creationId="{F899CEBF-C77A-1169-8A89-E952A09DD8B0}"/>
          </ac:spMkLst>
        </pc:spChg>
      </pc:sldChg>
      <pc:sldChg chg="modSp new mod">
        <pc:chgData name="Baozhong Liu" userId="1a0da9163b2f1321" providerId="LiveId" clId="{9E039210-9A9B-4D2A-9E5F-3BB0F9D7A0FD}" dt="2026-01-03T01:18:05.975" v="252" actId="20577"/>
        <pc:sldMkLst>
          <pc:docMk/>
          <pc:sldMk cId="295059470" sldId="257"/>
        </pc:sldMkLst>
        <pc:spChg chg="mod">
          <ac:chgData name="Baozhong Liu" userId="1a0da9163b2f1321" providerId="LiveId" clId="{9E039210-9A9B-4D2A-9E5F-3BB0F9D7A0FD}" dt="2026-01-03T01:14:14.986" v="33" actId="20577"/>
          <ac:spMkLst>
            <pc:docMk/>
            <pc:sldMk cId="295059470" sldId="257"/>
            <ac:spMk id="2" creationId="{F298678A-9EBA-FEB3-7612-E0D6C8771C1C}"/>
          </ac:spMkLst>
        </pc:spChg>
        <pc:spChg chg="mod">
          <ac:chgData name="Baozhong Liu" userId="1a0da9163b2f1321" providerId="LiveId" clId="{9E039210-9A9B-4D2A-9E5F-3BB0F9D7A0FD}" dt="2026-01-03T01:18:05.975" v="252" actId="20577"/>
          <ac:spMkLst>
            <pc:docMk/>
            <pc:sldMk cId="295059470" sldId="257"/>
            <ac:spMk id="3" creationId="{FFE22ED4-7568-0D79-179D-9A1D6313D1FE}"/>
          </ac:spMkLst>
        </pc:spChg>
      </pc:sldChg>
      <pc:sldChg chg="modSp new mod">
        <pc:chgData name="Baozhong Liu" userId="1a0da9163b2f1321" providerId="LiveId" clId="{9E039210-9A9B-4D2A-9E5F-3BB0F9D7A0FD}" dt="2026-01-03T01:15:10.780" v="74" actId="20577"/>
        <pc:sldMkLst>
          <pc:docMk/>
          <pc:sldMk cId="2713404863" sldId="258"/>
        </pc:sldMkLst>
        <pc:spChg chg="mod">
          <ac:chgData name="Baozhong Liu" userId="1a0da9163b2f1321" providerId="LiveId" clId="{9E039210-9A9B-4D2A-9E5F-3BB0F9D7A0FD}" dt="2026-01-03T01:15:10.780" v="74" actId="20577"/>
          <ac:spMkLst>
            <pc:docMk/>
            <pc:sldMk cId="2713404863" sldId="258"/>
            <ac:spMk id="2" creationId="{CF47E461-D4A6-D02A-1055-E36F360BDE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7D75-9DFE-9546-0870-5ABF90168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A052-29D6-04E6-08D8-8481EF180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9BB7D-A5EE-9DED-F452-9382EFB9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EB431-1588-89BA-DFE0-AFB33308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21385-5663-648C-DBF9-AEF902FD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9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3EE1-4DD4-8033-59E3-71857E8B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16F41-1568-5C61-E269-29582BB5D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2A8EE-3748-9DEF-6566-DF659013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0FA06-C9D3-FDBD-872B-2A9C103A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A8D2A-F198-CA85-A308-CE316E0B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AC68-7C88-6592-6DFA-4A3FE7BD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4FD8E-A3B9-5F3C-66CE-6572B45D1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2867-E938-BFF6-2878-1D1D44B2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F7414-8A6F-7252-F8A7-959FCB2D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7945-44E0-BED7-C86A-D6EAA65D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0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D479-E15F-1AB7-3288-9DD840AE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9906-9458-FAB8-C528-6D9482180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0919A-7D87-E739-2733-0381437D4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ADB26-00ED-1B61-3C32-289926D3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74827-D3D7-E611-0641-F297A39B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2A96F-FE65-F35B-F7C5-CC1FB876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4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73E1-ED2A-B189-9EC2-3AC78BEB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5699B-DF8B-37AA-6DB8-73C8A7AF8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D33D5-82A0-6670-5FDF-74297E9C6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49010-10C5-E36C-4ADE-D7EB0BC1F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B847A-B7E3-0C91-265F-DCB4AAF92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E57A1-50F9-B96F-8FEE-422BFC4E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F5708-EECD-A651-CEBE-CC79337BA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21FBD-7022-87DA-E3F5-8DFFE504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0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F463-771B-B7D8-CDFA-9FB80998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D21F9-F54E-0BC5-E25C-FCCE9C1D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0BDC4-CF75-F585-4B05-81EFCB84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536EE-E4C1-4C72-7B2F-38351C61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3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A7731-BCCF-7179-990A-35F36F74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7CA46-F102-5765-8C99-835FD952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BF362-CC2E-D449-EF52-CE5C727D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2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5EC7-EF59-02CF-8042-61F28A1B6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7DFF-3237-66E0-8983-D5E1B9E8F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584D2-4821-6DEB-2630-D494D29B3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6447C-B4E2-E30A-9D81-92098A12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C3D7-F141-3ED5-6987-8AE90683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F3BB0-FFFB-63B2-7BD8-0C06AEAF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EFBF-9F4A-2348-68B0-D1446408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528F5-F651-8F5A-CFBA-C4FA3272B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F1643-7F2B-2CDA-20D3-F2715E4C8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48E04-688E-3DF4-33C6-1F4C1C5F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A8D5E-5930-7A3D-5EAF-A6CBB7F3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625E2-948C-AA1D-8755-88755ED2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5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4731-CA82-0849-DF83-A7244B98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54E22-DD60-B1BC-88FB-345B78978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ECEFB-D429-72F0-1624-E43FE5BD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41451-02CA-453B-270A-3031E712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EE80-71C4-FAE0-38B5-B031391C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055FE-10FF-4079-D8CD-0BB9C7F2D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CB424-DD85-A0B9-65FC-ABA554255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305F-9639-8C30-3DEB-091739C9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486EB-754F-96F8-5B89-F454C685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9F8B7-96A3-6E7D-4D5F-FFB09160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9A237-E8DD-3D93-92BC-0F947026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53301-5C74-CDF2-8ED7-BD48C434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3514A-BF32-69C5-027F-10B468897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7D00-1DD0-40D2-8692-398309D4D4E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B00E-6DCC-716B-4565-E587F926D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8D01B-DDD8-69FA-05FB-0A5E761F4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8FE34-E75D-435E-BE18-4832C717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4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CEBF-C77A-1169-8A89-E952A09DD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Claude Installation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93573-C0BD-60DF-697B-9D32E2B60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6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678A-9EBA-FEB3-7612-E0D6C877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and install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22ED4-7568-0D79-179D-9A1D6313D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Also, set up anthropic account at console.anthropic.com</a:t>
            </a:r>
          </a:p>
          <a:p>
            <a:pPr marL="0" indent="0">
              <a:buNone/>
            </a:pPr>
            <a:r>
              <a:rPr lang="en-US" dirty="0"/>
              <a:t>Buy credit, copy down API Key</a:t>
            </a:r>
          </a:p>
          <a:p>
            <a:pPr marL="0" indent="0">
              <a:buNone/>
            </a:pPr>
            <a:r>
              <a:rPr lang="en-US" dirty="0"/>
              <a:t>In command window: </a:t>
            </a:r>
            <a:r>
              <a:rPr lang="en-US" dirty="0" err="1"/>
              <a:t>npm</a:t>
            </a:r>
            <a:r>
              <a:rPr lang="en-US" dirty="0"/>
              <a:t> install –g @anthropic-ai/claude-code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E461-D4A6-D02A-1055-E36F360B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with Claude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E868A-0DA6-A6A1-C9D1-1D3464C0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0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Claude Installation</vt:lpstr>
      <vt:lpstr>Download and install node.js</vt:lpstr>
      <vt:lpstr>Payment with Claude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2026-01-03T01:12:45Z</dcterms:created>
  <dcterms:modified xsi:type="dcterms:W3CDTF">2026-01-03T01:24:24Z</dcterms:modified>
</cp:coreProperties>
</file>