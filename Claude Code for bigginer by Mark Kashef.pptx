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57" r:id="rId4"/>
    <p:sldId id="258" r:id="rId5"/>
    <p:sldId id="259" r:id="rId6"/>
    <p:sldId id="260" r:id="rId7"/>
    <p:sldId id="261" r:id="rId8"/>
    <p:sldId id="262" r:id="rId9"/>
    <p:sldId id="263" r:id="rId10"/>
    <p:sldId id="264" r:id="rId11"/>
    <p:sldId id="266" r:id="rId12"/>
    <p:sldId id="265" r:id="rId13"/>
    <p:sldId id="267" r:id="rId14"/>
    <p:sldId id="268" r:id="rId15"/>
    <p:sldId id="269" r:id="rId16"/>
    <p:sldId id="270" r:id="rId17"/>
    <p:sldId id="272" r:id="rId18"/>
    <p:sldId id="273" r:id="rId19"/>
    <p:sldId id="271" r:id="rId20"/>
    <p:sldId id="274" r:id="rId21"/>
    <p:sldId id="276" r:id="rId22"/>
    <p:sldId id="275" r:id="rId23"/>
    <p:sldId id="277" r:id="rId24"/>
    <p:sldId id="285" r:id="rId25"/>
    <p:sldId id="286" r:id="rId26"/>
    <p:sldId id="287" r:id="rId27"/>
    <p:sldId id="288" r:id="rId28"/>
    <p:sldId id="278" r:id="rId29"/>
    <p:sldId id="279" r:id="rId30"/>
    <p:sldId id="289" r:id="rId31"/>
    <p:sldId id="290" r:id="rId32"/>
    <p:sldId id="282" r:id="rId33"/>
    <p:sldId id="281" r:id="rId34"/>
    <p:sldId id="283" r:id="rId35"/>
    <p:sldId id="284"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673E9D-6E0B-4AA3-BA9E-F058F5EC3C42}" v="110" dt="2026-01-03T23:15:47.4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3" autoAdjust="0"/>
    <p:restoredTop sz="94660"/>
  </p:normalViewPr>
  <p:slideViewPr>
    <p:cSldViewPr snapToGrid="0">
      <p:cViewPr varScale="1">
        <p:scale>
          <a:sx n="88" d="100"/>
          <a:sy n="88" d="100"/>
        </p:scale>
        <p:origin x="9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ozhong Liu" userId="1a0da9163b2f1321" providerId="LiveId" clId="{9E039210-9A9B-4D2A-9E5F-3BB0F9D7A0FD}"/>
    <pc:docChg chg="undo custSel addSld delSld modSld sldOrd">
      <pc:chgData name="Baozhong Liu" userId="1a0da9163b2f1321" providerId="LiveId" clId="{9E039210-9A9B-4D2A-9E5F-3BB0F9D7A0FD}" dt="2026-01-03T23:43:26.378" v="2507" actId="680"/>
      <pc:docMkLst>
        <pc:docMk/>
      </pc:docMkLst>
      <pc:sldChg chg="modSp mod">
        <pc:chgData name="Baozhong Liu" userId="1a0da9163b2f1321" providerId="LiveId" clId="{9E039210-9A9B-4D2A-9E5F-3BB0F9D7A0FD}" dt="2026-01-01T16:50:43.644" v="12"/>
        <pc:sldMkLst>
          <pc:docMk/>
          <pc:sldMk cId="1892037418" sldId="256"/>
        </pc:sldMkLst>
        <pc:spChg chg="mod">
          <ac:chgData name="Baozhong Liu" userId="1a0da9163b2f1321" providerId="LiveId" clId="{9E039210-9A9B-4D2A-9E5F-3BB0F9D7A0FD}" dt="2026-01-01T16:50:43.644" v="12"/>
          <ac:spMkLst>
            <pc:docMk/>
            <pc:sldMk cId="1892037418" sldId="256"/>
            <ac:spMk id="3" creationId="{063B607D-1D38-A716-4082-B3CDC2287814}"/>
          </ac:spMkLst>
        </pc:spChg>
      </pc:sldChg>
      <pc:sldChg chg="addSp delSp modSp new mod setBg modAnim">
        <pc:chgData name="Baozhong Liu" userId="1a0da9163b2f1321" providerId="LiveId" clId="{9E039210-9A9B-4D2A-9E5F-3BB0F9D7A0FD}" dt="2026-01-01T16:51:31.753" v="21" actId="14100"/>
        <pc:sldMkLst>
          <pc:docMk/>
          <pc:sldMk cId="799016243" sldId="257"/>
        </pc:sldMkLst>
        <pc:picChg chg="add mod">
          <ac:chgData name="Baozhong Liu" userId="1a0da9163b2f1321" providerId="LiveId" clId="{9E039210-9A9B-4D2A-9E5F-3BB0F9D7A0FD}" dt="2026-01-01T16:51:31.753" v="21" actId="14100"/>
          <ac:picMkLst>
            <pc:docMk/>
            <pc:sldMk cId="799016243" sldId="257"/>
            <ac:picMk id="4" creationId="{F05C677E-B898-3DC1-6DED-4672EC7A5851}"/>
          </ac:picMkLst>
        </pc:picChg>
      </pc:sldChg>
      <pc:sldChg chg="addSp modSp new mod">
        <pc:chgData name="Baozhong Liu" userId="1a0da9163b2f1321" providerId="LiveId" clId="{9E039210-9A9B-4D2A-9E5F-3BB0F9D7A0FD}" dt="2026-01-01T22:09:57.497" v="1025" actId="20577"/>
        <pc:sldMkLst>
          <pc:docMk/>
          <pc:sldMk cId="3549427921" sldId="258"/>
        </pc:sldMkLst>
        <pc:spChg chg="mod">
          <ac:chgData name="Baozhong Liu" userId="1a0da9163b2f1321" providerId="LiveId" clId="{9E039210-9A9B-4D2A-9E5F-3BB0F9D7A0FD}" dt="2026-01-01T16:53:35.081" v="33" actId="20577"/>
          <ac:spMkLst>
            <pc:docMk/>
            <pc:sldMk cId="3549427921" sldId="258"/>
            <ac:spMk id="2" creationId="{2815E369-0D54-C635-FB9C-79117940068E}"/>
          </ac:spMkLst>
        </pc:spChg>
        <pc:spChg chg="mod">
          <ac:chgData name="Baozhong Liu" userId="1a0da9163b2f1321" providerId="LiveId" clId="{9E039210-9A9B-4D2A-9E5F-3BB0F9D7A0FD}" dt="2026-01-01T22:09:57.497" v="1025" actId="20577"/>
          <ac:spMkLst>
            <pc:docMk/>
            <pc:sldMk cId="3549427921" sldId="258"/>
            <ac:spMk id="3" creationId="{AA1BB53E-1113-021B-6A94-37C719DC0AC4}"/>
          </ac:spMkLst>
        </pc:spChg>
        <pc:picChg chg="add mod">
          <ac:chgData name="Baozhong Liu" userId="1a0da9163b2f1321" providerId="LiveId" clId="{9E039210-9A9B-4D2A-9E5F-3BB0F9D7A0FD}" dt="2026-01-01T21:28:09.462" v="615" actId="1076"/>
          <ac:picMkLst>
            <pc:docMk/>
            <pc:sldMk cId="3549427921" sldId="258"/>
            <ac:picMk id="5" creationId="{E7312A2C-4E53-7567-A7CE-89E9925C2D38}"/>
          </ac:picMkLst>
        </pc:picChg>
        <pc:picChg chg="add mod">
          <ac:chgData name="Baozhong Liu" userId="1a0da9163b2f1321" providerId="LiveId" clId="{9E039210-9A9B-4D2A-9E5F-3BB0F9D7A0FD}" dt="2026-01-01T21:28:36.148" v="620" actId="1076"/>
          <ac:picMkLst>
            <pc:docMk/>
            <pc:sldMk cId="3549427921" sldId="258"/>
            <ac:picMk id="7" creationId="{68FCCF9A-4016-0115-7D58-EA6E1A20A3B6}"/>
          </ac:picMkLst>
        </pc:picChg>
        <pc:picChg chg="add mod">
          <ac:chgData name="Baozhong Liu" userId="1a0da9163b2f1321" providerId="LiveId" clId="{9E039210-9A9B-4D2A-9E5F-3BB0F9D7A0FD}" dt="2026-01-01T21:28:59.013" v="623" actId="14100"/>
          <ac:picMkLst>
            <pc:docMk/>
            <pc:sldMk cId="3549427921" sldId="258"/>
            <ac:picMk id="9" creationId="{47551617-2563-2477-51E3-FE685F9CC827}"/>
          </ac:picMkLst>
        </pc:picChg>
        <pc:picChg chg="add mod modCrop">
          <ac:chgData name="Baozhong Liu" userId="1a0da9163b2f1321" providerId="LiveId" clId="{9E039210-9A9B-4D2A-9E5F-3BB0F9D7A0FD}" dt="2026-01-01T21:29:46.436" v="630" actId="14100"/>
          <ac:picMkLst>
            <pc:docMk/>
            <pc:sldMk cId="3549427921" sldId="258"/>
            <ac:picMk id="11" creationId="{4439A37B-A72D-426D-EEFF-F90A49F1AD13}"/>
          </ac:picMkLst>
        </pc:picChg>
      </pc:sldChg>
      <pc:sldChg chg="addSp delSp modSp new mod">
        <pc:chgData name="Baozhong Liu" userId="1a0da9163b2f1321" providerId="LiveId" clId="{9E039210-9A9B-4D2A-9E5F-3BB0F9D7A0FD}" dt="2026-01-01T21:27:26.934" v="610" actId="13926"/>
        <pc:sldMkLst>
          <pc:docMk/>
          <pc:sldMk cId="3190208881" sldId="259"/>
        </pc:sldMkLst>
        <pc:spChg chg="mod">
          <ac:chgData name="Baozhong Liu" userId="1a0da9163b2f1321" providerId="LiveId" clId="{9E039210-9A9B-4D2A-9E5F-3BB0F9D7A0FD}" dt="2026-01-01T16:59:34.236" v="120" actId="122"/>
          <ac:spMkLst>
            <pc:docMk/>
            <pc:sldMk cId="3190208881" sldId="259"/>
            <ac:spMk id="2" creationId="{846A3C3B-05D0-59E4-2D50-A189B5FCFF46}"/>
          </ac:spMkLst>
        </pc:spChg>
        <pc:spChg chg="add del mod">
          <ac:chgData name="Baozhong Liu" userId="1a0da9163b2f1321" providerId="LiveId" clId="{9E039210-9A9B-4D2A-9E5F-3BB0F9D7A0FD}" dt="2026-01-01T21:27:26.934" v="610" actId="13926"/>
          <ac:spMkLst>
            <pc:docMk/>
            <pc:sldMk cId="3190208881" sldId="259"/>
            <ac:spMk id="3" creationId="{198F5DCF-59F7-78EA-37BC-F17E84DC8BCF}"/>
          </ac:spMkLst>
        </pc:spChg>
      </pc:sldChg>
      <pc:sldChg chg="addSp modSp new mod">
        <pc:chgData name="Baozhong Liu" userId="1a0da9163b2f1321" providerId="LiveId" clId="{9E039210-9A9B-4D2A-9E5F-3BB0F9D7A0FD}" dt="2026-01-03T15:40:33.577" v="1395" actId="207"/>
        <pc:sldMkLst>
          <pc:docMk/>
          <pc:sldMk cId="3400608802" sldId="260"/>
        </pc:sldMkLst>
        <pc:spChg chg="mod">
          <ac:chgData name="Baozhong Liu" userId="1a0da9163b2f1321" providerId="LiveId" clId="{9E039210-9A9B-4D2A-9E5F-3BB0F9D7A0FD}" dt="2026-01-01T17:22:11.165" v="170" actId="20577"/>
          <ac:spMkLst>
            <pc:docMk/>
            <pc:sldMk cId="3400608802" sldId="260"/>
            <ac:spMk id="2" creationId="{097AF4DD-A77A-BCD0-FB0B-D8EE00F4DC8C}"/>
          </ac:spMkLst>
        </pc:spChg>
        <pc:spChg chg="mod">
          <ac:chgData name="Baozhong Liu" userId="1a0da9163b2f1321" providerId="LiveId" clId="{9E039210-9A9B-4D2A-9E5F-3BB0F9D7A0FD}" dt="2026-01-03T15:40:33.577" v="1395" actId="207"/>
          <ac:spMkLst>
            <pc:docMk/>
            <pc:sldMk cId="3400608802" sldId="260"/>
            <ac:spMk id="3" creationId="{7E1A11CF-E2A3-4910-3BC4-102549556F5A}"/>
          </ac:spMkLst>
        </pc:spChg>
      </pc:sldChg>
      <pc:sldChg chg="addSp delSp modSp new mod">
        <pc:chgData name="Baozhong Liu" userId="1a0da9163b2f1321" providerId="LiveId" clId="{9E039210-9A9B-4D2A-9E5F-3BB0F9D7A0FD}" dt="2026-01-03T15:43:15.955" v="1401" actId="13926"/>
        <pc:sldMkLst>
          <pc:docMk/>
          <pc:sldMk cId="94081985" sldId="261"/>
        </pc:sldMkLst>
        <pc:spChg chg="mod">
          <ac:chgData name="Baozhong Liu" userId="1a0da9163b2f1321" providerId="LiveId" clId="{9E039210-9A9B-4D2A-9E5F-3BB0F9D7A0FD}" dt="2026-01-01T17:28:51.675" v="226" actId="20577"/>
          <ac:spMkLst>
            <pc:docMk/>
            <pc:sldMk cId="94081985" sldId="261"/>
            <ac:spMk id="2" creationId="{2A118EA4-3776-7DA0-D2AA-800F10F25099}"/>
          </ac:spMkLst>
        </pc:spChg>
        <pc:spChg chg="add del mod">
          <ac:chgData name="Baozhong Liu" userId="1a0da9163b2f1321" providerId="LiveId" clId="{9E039210-9A9B-4D2A-9E5F-3BB0F9D7A0FD}" dt="2026-01-03T15:43:15.955" v="1401" actId="13926"/>
          <ac:spMkLst>
            <pc:docMk/>
            <pc:sldMk cId="94081985" sldId="261"/>
            <ac:spMk id="3" creationId="{9B890856-AE03-E70C-821F-19568B67F7EB}"/>
          </ac:spMkLst>
        </pc:spChg>
      </pc:sldChg>
      <pc:sldChg chg="modSp new mod">
        <pc:chgData name="Baozhong Liu" userId="1a0da9163b2f1321" providerId="LiveId" clId="{9E039210-9A9B-4D2A-9E5F-3BB0F9D7A0FD}" dt="2026-01-01T21:17:09.648" v="283" actId="5793"/>
        <pc:sldMkLst>
          <pc:docMk/>
          <pc:sldMk cId="3345887058" sldId="262"/>
        </pc:sldMkLst>
        <pc:spChg chg="mod">
          <ac:chgData name="Baozhong Liu" userId="1a0da9163b2f1321" providerId="LiveId" clId="{9E039210-9A9B-4D2A-9E5F-3BB0F9D7A0FD}" dt="2026-01-01T21:16:39.220" v="277" actId="20577"/>
          <ac:spMkLst>
            <pc:docMk/>
            <pc:sldMk cId="3345887058" sldId="262"/>
            <ac:spMk id="2" creationId="{66ADBCFC-E262-2C62-BD67-FE9D02DCB524}"/>
          </ac:spMkLst>
        </pc:spChg>
        <pc:spChg chg="mod">
          <ac:chgData name="Baozhong Liu" userId="1a0da9163b2f1321" providerId="LiveId" clId="{9E039210-9A9B-4D2A-9E5F-3BB0F9D7A0FD}" dt="2026-01-01T21:17:09.648" v="283" actId="5793"/>
          <ac:spMkLst>
            <pc:docMk/>
            <pc:sldMk cId="3345887058" sldId="262"/>
            <ac:spMk id="3" creationId="{99E6F304-32D7-9C0F-E070-53F6CC477665}"/>
          </ac:spMkLst>
        </pc:spChg>
      </pc:sldChg>
      <pc:sldChg chg="modSp new mod">
        <pc:chgData name="Baozhong Liu" userId="1a0da9163b2f1321" providerId="LiveId" clId="{9E039210-9A9B-4D2A-9E5F-3BB0F9D7A0FD}" dt="2026-01-01T21:20:11.578" v="535" actId="20577"/>
        <pc:sldMkLst>
          <pc:docMk/>
          <pc:sldMk cId="2615640036" sldId="263"/>
        </pc:sldMkLst>
        <pc:spChg chg="mod">
          <ac:chgData name="Baozhong Liu" userId="1a0da9163b2f1321" providerId="LiveId" clId="{9E039210-9A9B-4D2A-9E5F-3BB0F9D7A0FD}" dt="2026-01-01T21:17:31.739" v="305" actId="20577"/>
          <ac:spMkLst>
            <pc:docMk/>
            <pc:sldMk cId="2615640036" sldId="263"/>
            <ac:spMk id="2" creationId="{A40365B9-483A-A1E6-D240-8C06ADE6C56F}"/>
          </ac:spMkLst>
        </pc:spChg>
        <pc:spChg chg="mod">
          <ac:chgData name="Baozhong Liu" userId="1a0da9163b2f1321" providerId="LiveId" clId="{9E039210-9A9B-4D2A-9E5F-3BB0F9D7A0FD}" dt="2026-01-01T21:20:11.578" v="535" actId="20577"/>
          <ac:spMkLst>
            <pc:docMk/>
            <pc:sldMk cId="2615640036" sldId="263"/>
            <ac:spMk id="3" creationId="{B88231C1-CB25-88FD-095E-59B8E4FD0C1E}"/>
          </ac:spMkLst>
        </pc:spChg>
      </pc:sldChg>
      <pc:sldChg chg="addSp delSp modSp new mod">
        <pc:chgData name="Baozhong Liu" userId="1a0da9163b2f1321" providerId="LiveId" clId="{9E039210-9A9B-4D2A-9E5F-3BB0F9D7A0FD}" dt="2026-01-01T21:22:36.848" v="552" actId="1076"/>
        <pc:sldMkLst>
          <pc:docMk/>
          <pc:sldMk cId="3897387620" sldId="264"/>
        </pc:sldMkLst>
        <pc:picChg chg="add mod">
          <ac:chgData name="Baozhong Liu" userId="1a0da9163b2f1321" providerId="LiveId" clId="{9E039210-9A9B-4D2A-9E5F-3BB0F9D7A0FD}" dt="2026-01-01T21:22:36.848" v="552" actId="1076"/>
          <ac:picMkLst>
            <pc:docMk/>
            <pc:sldMk cId="3897387620" sldId="264"/>
            <ac:picMk id="5" creationId="{36D7F13C-3AD8-C7D9-0547-DC99CBAB971A}"/>
          </ac:picMkLst>
        </pc:picChg>
        <pc:picChg chg="add mod">
          <ac:chgData name="Baozhong Liu" userId="1a0da9163b2f1321" providerId="LiveId" clId="{9E039210-9A9B-4D2A-9E5F-3BB0F9D7A0FD}" dt="2026-01-01T21:22:36.848" v="552" actId="1076"/>
          <ac:picMkLst>
            <pc:docMk/>
            <pc:sldMk cId="3897387620" sldId="264"/>
            <ac:picMk id="7" creationId="{95287F35-2597-12F7-C4B8-74ACE7F07D11}"/>
          </ac:picMkLst>
        </pc:picChg>
      </pc:sldChg>
      <pc:sldChg chg="addSp delSp modSp new mod modClrScheme chgLayout">
        <pc:chgData name="Baozhong Liu" userId="1a0da9163b2f1321" providerId="LiveId" clId="{9E039210-9A9B-4D2A-9E5F-3BB0F9D7A0FD}" dt="2026-01-01T21:32:06.472" v="669" actId="20577"/>
        <pc:sldMkLst>
          <pc:docMk/>
          <pc:sldMk cId="1600504769" sldId="265"/>
        </pc:sldMkLst>
        <pc:spChg chg="add mod ord">
          <ac:chgData name="Baozhong Liu" userId="1a0da9163b2f1321" providerId="LiveId" clId="{9E039210-9A9B-4D2A-9E5F-3BB0F9D7A0FD}" dt="2026-01-01T21:23:58.719" v="609" actId="20577"/>
          <ac:spMkLst>
            <pc:docMk/>
            <pc:sldMk cId="1600504769" sldId="265"/>
            <ac:spMk id="4" creationId="{9A88E546-3B4B-88EC-BA63-F7F9BA984D8F}"/>
          </ac:spMkLst>
        </pc:spChg>
        <pc:spChg chg="add mod ord">
          <ac:chgData name="Baozhong Liu" userId="1a0da9163b2f1321" providerId="LiveId" clId="{9E039210-9A9B-4D2A-9E5F-3BB0F9D7A0FD}" dt="2026-01-01T21:32:06.472" v="669" actId="20577"/>
          <ac:spMkLst>
            <pc:docMk/>
            <pc:sldMk cId="1600504769" sldId="265"/>
            <ac:spMk id="5" creationId="{DF898FE8-4571-304B-7703-252C8C738F3E}"/>
          </ac:spMkLst>
        </pc:spChg>
      </pc:sldChg>
      <pc:sldChg chg="addSp delSp new mod modClrScheme chgLayout">
        <pc:chgData name="Baozhong Liu" userId="1a0da9163b2f1321" providerId="LiveId" clId="{9E039210-9A9B-4D2A-9E5F-3BB0F9D7A0FD}" dt="2026-01-01T21:23:03.517" v="556" actId="22"/>
        <pc:sldMkLst>
          <pc:docMk/>
          <pc:sldMk cId="549837199" sldId="266"/>
        </pc:sldMkLst>
        <pc:picChg chg="add">
          <ac:chgData name="Baozhong Liu" userId="1a0da9163b2f1321" providerId="LiveId" clId="{9E039210-9A9B-4D2A-9E5F-3BB0F9D7A0FD}" dt="2026-01-01T21:23:03.517" v="556" actId="22"/>
          <ac:picMkLst>
            <pc:docMk/>
            <pc:sldMk cId="549837199" sldId="266"/>
            <ac:picMk id="5" creationId="{B0B1F0C5-2B53-DCDC-2E15-43B8A0AC8414}"/>
          </ac:picMkLst>
        </pc:picChg>
      </pc:sldChg>
      <pc:sldChg chg="modSp new mod">
        <pc:chgData name="Baozhong Liu" userId="1a0da9163b2f1321" providerId="LiveId" clId="{9E039210-9A9B-4D2A-9E5F-3BB0F9D7A0FD}" dt="2026-01-03T15:44:50.657" v="1405" actId="13926"/>
        <pc:sldMkLst>
          <pc:docMk/>
          <pc:sldMk cId="734299603" sldId="267"/>
        </pc:sldMkLst>
        <pc:spChg chg="mod">
          <ac:chgData name="Baozhong Liu" userId="1a0da9163b2f1321" providerId="LiveId" clId="{9E039210-9A9B-4D2A-9E5F-3BB0F9D7A0FD}" dt="2026-01-01T21:36:23.614" v="754" actId="20577"/>
          <ac:spMkLst>
            <pc:docMk/>
            <pc:sldMk cId="734299603" sldId="267"/>
            <ac:spMk id="2" creationId="{72D031BA-0CE9-AB94-FFC4-37B5567B4655}"/>
          </ac:spMkLst>
        </pc:spChg>
        <pc:spChg chg="mod">
          <ac:chgData name="Baozhong Liu" userId="1a0da9163b2f1321" providerId="LiveId" clId="{9E039210-9A9B-4D2A-9E5F-3BB0F9D7A0FD}" dt="2026-01-03T15:44:50.657" v="1405" actId="13926"/>
          <ac:spMkLst>
            <pc:docMk/>
            <pc:sldMk cId="734299603" sldId="267"/>
            <ac:spMk id="3" creationId="{493D893D-C274-E04C-D651-881F502CD6E6}"/>
          </ac:spMkLst>
        </pc:spChg>
      </pc:sldChg>
      <pc:sldChg chg="addSp modSp new mod">
        <pc:chgData name="Baozhong Liu" userId="1a0da9163b2f1321" providerId="LiveId" clId="{9E039210-9A9B-4D2A-9E5F-3BB0F9D7A0FD}" dt="2026-01-03T15:46:07.126" v="1406" actId="207"/>
        <pc:sldMkLst>
          <pc:docMk/>
          <pc:sldMk cId="1161611985" sldId="268"/>
        </pc:sldMkLst>
        <pc:spChg chg="mod">
          <ac:chgData name="Baozhong Liu" userId="1a0da9163b2f1321" providerId="LiveId" clId="{9E039210-9A9B-4D2A-9E5F-3BB0F9D7A0FD}" dt="2026-01-01T21:41:41.728" v="789" actId="20577"/>
          <ac:spMkLst>
            <pc:docMk/>
            <pc:sldMk cId="1161611985" sldId="268"/>
            <ac:spMk id="2" creationId="{51177899-7C8F-B532-513F-A7FC1681D451}"/>
          </ac:spMkLst>
        </pc:spChg>
        <pc:spChg chg="mod">
          <ac:chgData name="Baozhong Liu" userId="1a0da9163b2f1321" providerId="LiveId" clId="{9E039210-9A9B-4D2A-9E5F-3BB0F9D7A0FD}" dt="2026-01-03T15:46:07.126" v="1406" actId="207"/>
          <ac:spMkLst>
            <pc:docMk/>
            <pc:sldMk cId="1161611985" sldId="268"/>
            <ac:spMk id="3" creationId="{6D862F1F-B9CF-8D2F-540D-8AFACF329A68}"/>
          </ac:spMkLst>
        </pc:spChg>
      </pc:sldChg>
      <pc:sldChg chg="addSp modSp add mod">
        <pc:chgData name="Baozhong Liu" userId="1a0da9163b2f1321" providerId="LiveId" clId="{9E039210-9A9B-4D2A-9E5F-3BB0F9D7A0FD}" dt="2026-01-03T15:46:54.993" v="1407" actId="207"/>
        <pc:sldMkLst>
          <pc:docMk/>
          <pc:sldMk cId="2442399528" sldId="269"/>
        </pc:sldMkLst>
        <pc:spChg chg="mod">
          <ac:chgData name="Baozhong Liu" userId="1a0da9163b2f1321" providerId="LiveId" clId="{9E039210-9A9B-4D2A-9E5F-3BB0F9D7A0FD}" dt="2026-01-01T21:53:14.770" v="906" actId="207"/>
          <ac:spMkLst>
            <pc:docMk/>
            <pc:sldMk cId="2442399528" sldId="269"/>
            <ac:spMk id="2" creationId="{28ABB69C-5EBC-025D-9065-0EE502567C7D}"/>
          </ac:spMkLst>
        </pc:spChg>
        <pc:spChg chg="mod">
          <ac:chgData name="Baozhong Liu" userId="1a0da9163b2f1321" providerId="LiveId" clId="{9E039210-9A9B-4D2A-9E5F-3BB0F9D7A0FD}" dt="2026-01-03T15:46:54.993" v="1407" actId="207"/>
          <ac:spMkLst>
            <pc:docMk/>
            <pc:sldMk cId="2442399528" sldId="269"/>
            <ac:spMk id="3" creationId="{373E8CD5-C6D7-1F84-93D3-7738742F7FB9}"/>
          </ac:spMkLst>
        </pc:spChg>
      </pc:sldChg>
      <pc:sldChg chg="addSp delSp modSp new mod modClrScheme chgLayout">
        <pc:chgData name="Baozhong Liu" userId="1a0da9163b2f1321" providerId="LiveId" clId="{9E039210-9A9B-4D2A-9E5F-3BB0F9D7A0FD}" dt="2026-01-01T22:01:28.366" v="947" actId="20577"/>
        <pc:sldMkLst>
          <pc:docMk/>
          <pc:sldMk cId="3462993594" sldId="270"/>
        </pc:sldMkLst>
        <pc:spChg chg="add mod">
          <ac:chgData name="Baozhong Liu" userId="1a0da9163b2f1321" providerId="LiveId" clId="{9E039210-9A9B-4D2A-9E5F-3BB0F9D7A0FD}" dt="2026-01-01T22:01:28.366" v="947" actId="20577"/>
          <ac:spMkLst>
            <pc:docMk/>
            <pc:sldMk cId="3462993594" sldId="270"/>
            <ac:spMk id="6" creationId="{1925AE17-DE40-2C77-CFD3-44D8DD6AEAEF}"/>
          </ac:spMkLst>
        </pc:spChg>
        <pc:picChg chg="add">
          <ac:chgData name="Baozhong Liu" userId="1a0da9163b2f1321" providerId="LiveId" clId="{9E039210-9A9B-4D2A-9E5F-3BB0F9D7A0FD}" dt="2026-01-01T22:00:36.093" v="910" actId="22"/>
          <ac:picMkLst>
            <pc:docMk/>
            <pc:sldMk cId="3462993594" sldId="270"/>
            <ac:picMk id="5" creationId="{19BA6558-90FB-BCD6-A9FF-F6C5BFCB7A99}"/>
          </ac:picMkLst>
        </pc:picChg>
      </pc:sldChg>
      <pc:sldChg chg="addSp modSp new mod">
        <pc:chgData name="Baozhong Liu" userId="1a0da9163b2f1321" providerId="LiveId" clId="{9E039210-9A9B-4D2A-9E5F-3BB0F9D7A0FD}" dt="2026-01-01T22:15:35.652" v="1050" actId="13926"/>
        <pc:sldMkLst>
          <pc:docMk/>
          <pc:sldMk cId="3238142107" sldId="271"/>
        </pc:sldMkLst>
        <pc:spChg chg="mod">
          <ac:chgData name="Baozhong Liu" userId="1a0da9163b2f1321" providerId="LiveId" clId="{9E039210-9A9B-4D2A-9E5F-3BB0F9D7A0FD}" dt="2026-01-01T22:09:27.439" v="1016" actId="207"/>
          <ac:spMkLst>
            <pc:docMk/>
            <pc:sldMk cId="3238142107" sldId="271"/>
            <ac:spMk id="2" creationId="{8FB26526-701B-012F-5873-5D6717C9BEC9}"/>
          </ac:spMkLst>
        </pc:spChg>
        <pc:spChg chg="mod">
          <ac:chgData name="Baozhong Liu" userId="1a0da9163b2f1321" providerId="LiveId" clId="{9E039210-9A9B-4D2A-9E5F-3BB0F9D7A0FD}" dt="2026-01-01T22:15:35.652" v="1050" actId="13926"/>
          <ac:spMkLst>
            <pc:docMk/>
            <pc:sldMk cId="3238142107" sldId="271"/>
            <ac:spMk id="3" creationId="{F775A262-617F-570C-944C-80CE44E0AF0C}"/>
          </ac:spMkLst>
        </pc:spChg>
      </pc:sldChg>
      <pc:sldChg chg="addSp new mod">
        <pc:chgData name="Baozhong Liu" userId="1a0da9163b2f1321" providerId="LiveId" clId="{9E039210-9A9B-4D2A-9E5F-3BB0F9D7A0FD}" dt="2026-01-01T22:02:23.051" v="949" actId="22"/>
        <pc:sldMkLst>
          <pc:docMk/>
          <pc:sldMk cId="3553191007" sldId="272"/>
        </pc:sldMkLst>
        <pc:picChg chg="add">
          <ac:chgData name="Baozhong Liu" userId="1a0da9163b2f1321" providerId="LiveId" clId="{9E039210-9A9B-4D2A-9E5F-3BB0F9D7A0FD}" dt="2026-01-01T22:02:23.051" v="949" actId="22"/>
          <ac:picMkLst>
            <pc:docMk/>
            <pc:sldMk cId="3553191007" sldId="272"/>
            <ac:picMk id="3" creationId="{62472925-97A2-92B4-87C0-341BE87F1BEC}"/>
          </ac:picMkLst>
        </pc:picChg>
      </pc:sldChg>
      <pc:sldChg chg="addSp modSp new mod">
        <pc:chgData name="Baozhong Liu" userId="1a0da9163b2f1321" providerId="LiveId" clId="{9E039210-9A9B-4D2A-9E5F-3BB0F9D7A0FD}" dt="2026-01-01T22:07:21.598" v="978" actId="1076"/>
        <pc:sldMkLst>
          <pc:docMk/>
          <pc:sldMk cId="3451487466" sldId="273"/>
        </pc:sldMkLst>
        <pc:spChg chg="add mod">
          <ac:chgData name="Baozhong Liu" userId="1a0da9163b2f1321" providerId="LiveId" clId="{9E039210-9A9B-4D2A-9E5F-3BB0F9D7A0FD}" dt="2026-01-01T22:07:21.598" v="978" actId="1076"/>
          <ac:spMkLst>
            <pc:docMk/>
            <pc:sldMk cId="3451487466" sldId="273"/>
            <ac:spMk id="6" creationId="{877BDA5A-0AC8-A9A4-ADD7-0DAF8FE47899}"/>
          </ac:spMkLst>
        </pc:spChg>
        <pc:spChg chg="add mod">
          <ac:chgData name="Baozhong Liu" userId="1a0da9163b2f1321" providerId="LiveId" clId="{9E039210-9A9B-4D2A-9E5F-3BB0F9D7A0FD}" dt="2026-01-01T22:06:09.411" v="977" actId="1036"/>
          <ac:spMkLst>
            <pc:docMk/>
            <pc:sldMk cId="3451487466" sldId="273"/>
            <ac:spMk id="7" creationId="{77187F26-E49F-4F54-30D1-725F64F0290D}"/>
          </ac:spMkLst>
        </pc:spChg>
        <pc:picChg chg="add mod">
          <ac:chgData name="Baozhong Liu" userId="1a0da9163b2f1321" providerId="LiveId" clId="{9E039210-9A9B-4D2A-9E5F-3BB0F9D7A0FD}" dt="2026-01-01T22:05:05.236" v="952" actId="1076"/>
          <ac:picMkLst>
            <pc:docMk/>
            <pc:sldMk cId="3451487466" sldId="273"/>
            <ac:picMk id="3" creationId="{D00C2AC9-C387-A514-D536-67AB38A989C3}"/>
          </ac:picMkLst>
        </pc:picChg>
        <pc:picChg chg="add mod">
          <ac:chgData name="Baozhong Liu" userId="1a0da9163b2f1321" providerId="LiveId" clId="{9E039210-9A9B-4D2A-9E5F-3BB0F9D7A0FD}" dt="2026-01-01T22:05:28.556" v="956" actId="1076"/>
          <ac:picMkLst>
            <pc:docMk/>
            <pc:sldMk cId="3451487466" sldId="273"/>
            <ac:picMk id="5" creationId="{13BB87A4-6B92-932D-62E8-0F5CCEEF2815}"/>
          </ac:picMkLst>
        </pc:picChg>
      </pc:sldChg>
      <pc:sldChg chg="addSp new mod ord">
        <pc:chgData name="Baozhong Liu" userId="1a0da9163b2f1321" providerId="LiveId" clId="{9E039210-9A9B-4D2A-9E5F-3BB0F9D7A0FD}" dt="2026-01-01T22:19:09.962" v="1054" actId="22"/>
        <pc:sldMkLst>
          <pc:docMk/>
          <pc:sldMk cId="429001387" sldId="274"/>
        </pc:sldMkLst>
        <pc:picChg chg="add">
          <ac:chgData name="Baozhong Liu" userId="1a0da9163b2f1321" providerId="LiveId" clId="{9E039210-9A9B-4D2A-9E5F-3BB0F9D7A0FD}" dt="2026-01-01T22:19:09.962" v="1054" actId="22"/>
          <ac:picMkLst>
            <pc:docMk/>
            <pc:sldMk cId="429001387" sldId="274"/>
            <ac:picMk id="3" creationId="{991D8557-A06E-7E62-0E6C-0D67AD535250}"/>
          </ac:picMkLst>
        </pc:picChg>
      </pc:sldChg>
      <pc:sldChg chg="addSp delSp modSp new mod ord">
        <pc:chgData name="Baozhong Liu" userId="1a0da9163b2f1321" providerId="LiveId" clId="{9E039210-9A9B-4D2A-9E5F-3BB0F9D7A0FD}" dt="2026-01-01T22:35:59.904" v="1098" actId="1076"/>
        <pc:sldMkLst>
          <pc:docMk/>
          <pc:sldMk cId="3018186095" sldId="275"/>
        </pc:sldMkLst>
        <pc:spChg chg="mod">
          <ac:chgData name="Baozhong Liu" userId="1a0da9163b2f1321" providerId="LiveId" clId="{9E039210-9A9B-4D2A-9E5F-3BB0F9D7A0FD}" dt="2026-01-01T22:20:55.245" v="1085" actId="20577"/>
          <ac:spMkLst>
            <pc:docMk/>
            <pc:sldMk cId="3018186095" sldId="275"/>
            <ac:spMk id="2" creationId="{691ED212-4E97-CABF-EB45-C7326AC2E534}"/>
          </ac:spMkLst>
        </pc:spChg>
        <pc:picChg chg="add mod ord">
          <ac:chgData name="Baozhong Liu" userId="1a0da9163b2f1321" providerId="LiveId" clId="{9E039210-9A9B-4D2A-9E5F-3BB0F9D7A0FD}" dt="2026-01-01T22:35:36.679" v="1094" actId="14100"/>
          <ac:picMkLst>
            <pc:docMk/>
            <pc:sldMk cId="3018186095" sldId="275"/>
            <ac:picMk id="5" creationId="{0226EC44-2110-8DEE-2A3E-6BF9E7838D20}"/>
          </ac:picMkLst>
        </pc:picChg>
        <pc:picChg chg="add mod">
          <ac:chgData name="Baozhong Liu" userId="1a0da9163b2f1321" providerId="LiveId" clId="{9E039210-9A9B-4D2A-9E5F-3BB0F9D7A0FD}" dt="2026-01-01T22:35:40.765" v="1096" actId="14100"/>
          <ac:picMkLst>
            <pc:docMk/>
            <pc:sldMk cId="3018186095" sldId="275"/>
            <ac:picMk id="7" creationId="{7E03161C-09C4-F843-9824-86AD494AC928}"/>
          </ac:picMkLst>
        </pc:picChg>
        <pc:picChg chg="add mod">
          <ac:chgData name="Baozhong Liu" userId="1a0da9163b2f1321" providerId="LiveId" clId="{9E039210-9A9B-4D2A-9E5F-3BB0F9D7A0FD}" dt="2026-01-01T22:35:59.904" v="1098" actId="1076"/>
          <ac:picMkLst>
            <pc:docMk/>
            <pc:sldMk cId="3018186095" sldId="275"/>
            <ac:picMk id="9" creationId="{41B66A94-E39C-9E62-43D8-6C69782DDFEA}"/>
          </ac:picMkLst>
        </pc:picChg>
      </pc:sldChg>
      <pc:sldChg chg="addSp new mod">
        <pc:chgData name="Baozhong Liu" userId="1a0da9163b2f1321" providerId="LiveId" clId="{9E039210-9A9B-4D2A-9E5F-3BB0F9D7A0FD}" dt="2026-01-01T22:19:47.561" v="1059" actId="22"/>
        <pc:sldMkLst>
          <pc:docMk/>
          <pc:sldMk cId="2464524768" sldId="276"/>
        </pc:sldMkLst>
        <pc:picChg chg="add">
          <ac:chgData name="Baozhong Liu" userId="1a0da9163b2f1321" providerId="LiveId" clId="{9E039210-9A9B-4D2A-9E5F-3BB0F9D7A0FD}" dt="2026-01-01T22:19:47.561" v="1059" actId="22"/>
          <ac:picMkLst>
            <pc:docMk/>
            <pc:sldMk cId="2464524768" sldId="276"/>
            <ac:picMk id="3" creationId="{9F553720-8F3E-4EB4-9DC6-FB490BE94763}"/>
          </ac:picMkLst>
        </pc:picChg>
      </pc:sldChg>
      <pc:sldChg chg="addSp delSp modSp new mod">
        <pc:chgData name="Baozhong Liu" userId="1a0da9163b2f1321" providerId="LiveId" clId="{9E039210-9A9B-4D2A-9E5F-3BB0F9D7A0FD}" dt="2026-01-03T15:51:10.863" v="1427" actId="207"/>
        <pc:sldMkLst>
          <pc:docMk/>
          <pc:sldMk cId="1478311338" sldId="277"/>
        </pc:sldMkLst>
        <pc:spChg chg="mod">
          <ac:chgData name="Baozhong Liu" userId="1a0da9163b2f1321" providerId="LiveId" clId="{9E039210-9A9B-4D2A-9E5F-3BB0F9D7A0FD}" dt="2026-01-01T22:37:59.454" v="1110" actId="20577"/>
          <ac:spMkLst>
            <pc:docMk/>
            <pc:sldMk cId="1478311338" sldId="277"/>
            <ac:spMk id="2" creationId="{EDF925D7-6C58-ECF5-7979-FD8AA0F622E8}"/>
          </ac:spMkLst>
        </pc:spChg>
        <pc:spChg chg="add mod">
          <ac:chgData name="Baozhong Liu" userId="1a0da9163b2f1321" providerId="LiveId" clId="{9E039210-9A9B-4D2A-9E5F-3BB0F9D7A0FD}" dt="2026-01-03T15:51:10.863" v="1427" actId="207"/>
          <ac:spMkLst>
            <pc:docMk/>
            <pc:sldMk cId="1478311338" sldId="277"/>
            <ac:spMk id="3" creationId="{2F375956-2078-5FD6-438F-30FEC95466B9}"/>
          </ac:spMkLst>
        </pc:spChg>
        <pc:spChg chg="add">
          <ac:chgData name="Baozhong Liu" userId="1a0da9163b2f1321" providerId="LiveId" clId="{9E039210-9A9B-4D2A-9E5F-3BB0F9D7A0FD}" dt="2026-01-03T15:49:04.907" v="1413"/>
          <ac:spMkLst>
            <pc:docMk/>
            <pc:sldMk cId="1478311338" sldId="277"/>
            <ac:spMk id="4" creationId="{510B375E-E0BE-DB49-76B3-790F43F9FB7D}"/>
          </ac:spMkLst>
        </pc:spChg>
        <pc:picChg chg="add mod">
          <ac:chgData name="Baozhong Liu" userId="1a0da9163b2f1321" providerId="LiveId" clId="{9E039210-9A9B-4D2A-9E5F-3BB0F9D7A0FD}" dt="2026-01-03T15:48:36.798" v="1408" actId="1076"/>
          <ac:picMkLst>
            <pc:docMk/>
            <pc:sldMk cId="1478311338" sldId="277"/>
            <ac:picMk id="5" creationId="{FB478F6A-4BB9-2B85-A6AE-BC8E0D3E092B}"/>
          </ac:picMkLst>
        </pc:picChg>
        <pc:picChg chg="add mod">
          <ac:chgData name="Baozhong Liu" userId="1a0da9163b2f1321" providerId="LiveId" clId="{9E039210-9A9B-4D2A-9E5F-3BB0F9D7A0FD}" dt="2026-01-03T15:48:39.711" v="1410" actId="1076"/>
          <ac:picMkLst>
            <pc:docMk/>
            <pc:sldMk cId="1478311338" sldId="277"/>
            <ac:picMk id="7" creationId="{FFD26263-9FE4-CFF9-F56D-462537EC2573}"/>
          </ac:picMkLst>
        </pc:picChg>
      </pc:sldChg>
      <pc:sldChg chg="addSp modSp new mod">
        <pc:chgData name="Baozhong Liu" userId="1a0da9163b2f1321" providerId="LiveId" clId="{9E039210-9A9B-4D2A-9E5F-3BB0F9D7A0FD}" dt="2026-01-03T16:04:17.125" v="1529" actId="207"/>
        <pc:sldMkLst>
          <pc:docMk/>
          <pc:sldMk cId="39838064" sldId="278"/>
        </pc:sldMkLst>
        <pc:spChg chg="mod">
          <ac:chgData name="Baozhong Liu" userId="1a0da9163b2f1321" providerId="LiveId" clId="{9E039210-9A9B-4D2A-9E5F-3BB0F9D7A0FD}" dt="2026-01-01T22:44:16.654" v="1139" actId="20577"/>
          <ac:spMkLst>
            <pc:docMk/>
            <pc:sldMk cId="39838064" sldId="278"/>
            <ac:spMk id="2" creationId="{701EC869-7D48-9B6E-D0AF-FB2F2DFD3D67}"/>
          </ac:spMkLst>
        </pc:spChg>
        <pc:spChg chg="mod">
          <ac:chgData name="Baozhong Liu" userId="1a0da9163b2f1321" providerId="LiveId" clId="{9E039210-9A9B-4D2A-9E5F-3BB0F9D7A0FD}" dt="2026-01-03T16:04:17.125" v="1529" actId="207"/>
          <ac:spMkLst>
            <pc:docMk/>
            <pc:sldMk cId="39838064" sldId="278"/>
            <ac:spMk id="3" creationId="{80A0F448-CBF7-8934-1BFC-DFE7BC28E268}"/>
          </ac:spMkLst>
        </pc:spChg>
      </pc:sldChg>
      <pc:sldChg chg="addSp delSp modSp new mod">
        <pc:chgData name="Baozhong Liu" userId="1a0da9163b2f1321" providerId="LiveId" clId="{9E039210-9A9B-4D2A-9E5F-3BB0F9D7A0FD}" dt="2026-01-01T23:44:16.449" v="1327" actId="14100"/>
        <pc:sldMkLst>
          <pc:docMk/>
          <pc:sldMk cId="787671861" sldId="279"/>
        </pc:sldMkLst>
        <pc:spChg chg="mod">
          <ac:chgData name="Baozhong Liu" userId="1a0da9163b2f1321" providerId="LiveId" clId="{9E039210-9A9B-4D2A-9E5F-3BB0F9D7A0FD}" dt="2026-01-01T22:52:15.963" v="1189" actId="20577"/>
          <ac:spMkLst>
            <pc:docMk/>
            <pc:sldMk cId="787671861" sldId="279"/>
            <ac:spMk id="2" creationId="{3AC06B11-5868-8A25-1393-09019EF43EF1}"/>
          </ac:spMkLst>
        </pc:spChg>
        <pc:picChg chg="add mod">
          <ac:chgData name="Baozhong Liu" userId="1a0da9163b2f1321" providerId="LiveId" clId="{9E039210-9A9B-4D2A-9E5F-3BB0F9D7A0FD}" dt="2026-01-01T23:44:07.839" v="1324" actId="1076"/>
          <ac:picMkLst>
            <pc:docMk/>
            <pc:sldMk cId="787671861" sldId="279"/>
            <ac:picMk id="5" creationId="{89FECB7B-8CCF-E311-5A86-3352F9A0B820}"/>
          </ac:picMkLst>
        </pc:picChg>
        <pc:picChg chg="add mod">
          <ac:chgData name="Baozhong Liu" userId="1a0da9163b2f1321" providerId="LiveId" clId="{9E039210-9A9B-4D2A-9E5F-3BB0F9D7A0FD}" dt="2026-01-01T23:44:16.449" v="1327" actId="14100"/>
          <ac:picMkLst>
            <pc:docMk/>
            <pc:sldMk cId="787671861" sldId="279"/>
            <ac:picMk id="7" creationId="{17314B03-AC54-69B3-69CA-79891BF5B2D6}"/>
          </ac:picMkLst>
        </pc:picChg>
      </pc:sldChg>
      <pc:sldChg chg="addSp modSp new mod ord">
        <pc:chgData name="Baozhong Liu" userId="1a0da9163b2f1321" providerId="LiveId" clId="{9E039210-9A9B-4D2A-9E5F-3BB0F9D7A0FD}" dt="2026-01-03T16:25:20.516" v="1785" actId="22"/>
        <pc:sldMkLst>
          <pc:docMk/>
          <pc:sldMk cId="3578277466" sldId="280"/>
        </pc:sldMkLst>
        <pc:spChg chg="mod">
          <ac:chgData name="Baozhong Liu" userId="1a0da9163b2f1321" providerId="LiveId" clId="{9E039210-9A9B-4D2A-9E5F-3BB0F9D7A0FD}" dt="2026-01-01T22:56:46.996" v="1202" actId="20577"/>
          <ac:spMkLst>
            <pc:docMk/>
            <pc:sldMk cId="3578277466" sldId="280"/>
            <ac:spMk id="2" creationId="{3E42808A-50C4-F4E1-0F4F-CC1476E9BADB}"/>
          </ac:spMkLst>
        </pc:spChg>
        <pc:spChg chg="mod">
          <ac:chgData name="Baozhong Liu" userId="1a0da9163b2f1321" providerId="LiveId" clId="{9E039210-9A9B-4D2A-9E5F-3BB0F9D7A0FD}" dt="2026-01-03T16:25:12.193" v="1784" actId="20577"/>
          <ac:spMkLst>
            <pc:docMk/>
            <pc:sldMk cId="3578277466" sldId="280"/>
            <ac:spMk id="3" creationId="{C62A073C-4704-1462-87A1-AC6AB1375E30}"/>
          </ac:spMkLst>
        </pc:spChg>
        <pc:picChg chg="add">
          <ac:chgData name="Baozhong Liu" userId="1a0da9163b2f1321" providerId="LiveId" clId="{9E039210-9A9B-4D2A-9E5F-3BB0F9D7A0FD}" dt="2026-01-03T16:25:20.516" v="1785" actId="22"/>
          <ac:picMkLst>
            <pc:docMk/>
            <pc:sldMk cId="3578277466" sldId="280"/>
            <ac:picMk id="5" creationId="{E5664CEF-6928-4E1C-02FD-667F425263E7}"/>
          </ac:picMkLst>
        </pc:picChg>
      </pc:sldChg>
      <pc:sldChg chg="modSp new mod">
        <pc:chgData name="Baozhong Liu" userId="1a0da9163b2f1321" providerId="LiveId" clId="{9E039210-9A9B-4D2A-9E5F-3BB0F9D7A0FD}" dt="2026-01-02T03:11:56.155" v="1375" actId="20577"/>
        <pc:sldMkLst>
          <pc:docMk/>
          <pc:sldMk cId="4140725589" sldId="281"/>
        </pc:sldMkLst>
        <pc:spChg chg="mod">
          <ac:chgData name="Baozhong Liu" userId="1a0da9163b2f1321" providerId="LiveId" clId="{9E039210-9A9B-4D2A-9E5F-3BB0F9D7A0FD}" dt="2026-01-01T23:31:30.852" v="1322" actId="20577"/>
          <ac:spMkLst>
            <pc:docMk/>
            <pc:sldMk cId="4140725589" sldId="281"/>
            <ac:spMk id="2" creationId="{47CA0DC8-3453-F763-94B8-BBBCBBDCA5E9}"/>
          </ac:spMkLst>
        </pc:spChg>
        <pc:spChg chg="mod">
          <ac:chgData name="Baozhong Liu" userId="1a0da9163b2f1321" providerId="LiveId" clId="{9E039210-9A9B-4D2A-9E5F-3BB0F9D7A0FD}" dt="2026-01-02T03:11:56.155" v="1375" actId="20577"/>
          <ac:spMkLst>
            <pc:docMk/>
            <pc:sldMk cId="4140725589" sldId="281"/>
            <ac:spMk id="3" creationId="{769F555D-16B7-66ED-F9DC-3419E8E06D65}"/>
          </ac:spMkLst>
        </pc:spChg>
      </pc:sldChg>
      <pc:sldChg chg="addSp delSp modSp new mod">
        <pc:chgData name="Baozhong Liu" userId="1a0da9163b2f1321" providerId="LiveId" clId="{9E039210-9A9B-4D2A-9E5F-3BB0F9D7A0FD}" dt="2026-01-03T17:08:58.450" v="1791" actId="20577"/>
        <pc:sldMkLst>
          <pc:docMk/>
          <pc:sldMk cId="944733658" sldId="282"/>
        </pc:sldMkLst>
        <pc:spChg chg="mod">
          <ac:chgData name="Baozhong Liu" userId="1a0da9163b2f1321" providerId="LiveId" clId="{9E039210-9A9B-4D2A-9E5F-3BB0F9D7A0FD}" dt="2026-01-02T00:16:07.187" v="1356" actId="20577"/>
          <ac:spMkLst>
            <pc:docMk/>
            <pc:sldMk cId="944733658" sldId="282"/>
            <ac:spMk id="2" creationId="{6BAE6C9D-9386-CF81-B020-3057AB818D5F}"/>
          </ac:spMkLst>
        </pc:spChg>
        <pc:spChg chg="add mod">
          <ac:chgData name="Baozhong Liu" userId="1a0da9163b2f1321" providerId="LiveId" clId="{9E039210-9A9B-4D2A-9E5F-3BB0F9D7A0FD}" dt="2026-01-03T17:08:58.450" v="1791" actId="20577"/>
          <ac:spMkLst>
            <pc:docMk/>
            <pc:sldMk cId="944733658" sldId="282"/>
            <ac:spMk id="3" creationId="{3DDA0B8C-5CCE-9519-3E40-27A073A26D98}"/>
          </ac:spMkLst>
        </pc:spChg>
        <pc:spChg chg="add mod">
          <ac:chgData name="Baozhong Liu" userId="1a0da9163b2f1321" providerId="LiveId" clId="{9E039210-9A9B-4D2A-9E5F-3BB0F9D7A0FD}" dt="2026-01-02T00:18:25.456" v="1360" actId="1076"/>
          <ac:spMkLst>
            <pc:docMk/>
            <pc:sldMk cId="944733658" sldId="282"/>
            <ac:spMk id="6" creationId="{CD6B71BF-268F-87CA-9DBD-3BC83DCAF3B7}"/>
          </ac:spMkLst>
        </pc:spChg>
        <pc:picChg chg="add mod">
          <ac:chgData name="Baozhong Liu" userId="1a0da9163b2f1321" providerId="LiveId" clId="{9E039210-9A9B-4D2A-9E5F-3BB0F9D7A0FD}" dt="2026-01-02T00:15:58.288" v="1331" actId="1076"/>
          <ac:picMkLst>
            <pc:docMk/>
            <pc:sldMk cId="944733658" sldId="282"/>
            <ac:picMk id="5" creationId="{26364D88-98A6-65E7-7189-6585E501428E}"/>
          </ac:picMkLst>
        </pc:picChg>
        <pc:picChg chg="add mod">
          <ac:chgData name="Baozhong Liu" userId="1a0da9163b2f1321" providerId="LiveId" clId="{9E039210-9A9B-4D2A-9E5F-3BB0F9D7A0FD}" dt="2026-01-02T00:18:30.899" v="1362" actId="1076"/>
          <ac:picMkLst>
            <pc:docMk/>
            <pc:sldMk cId="944733658" sldId="282"/>
            <ac:picMk id="8" creationId="{55C2B676-8E26-51E7-351C-19B19893EA6C}"/>
          </ac:picMkLst>
        </pc:picChg>
      </pc:sldChg>
      <pc:sldChg chg="delSp modSp new mod">
        <pc:chgData name="Baozhong Liu" userId="1a0da9163b2f1321" providerId="LiveId" clId="{9E039210-9A9B-4D2A-9E5F-3BB0F9D7A0FD}" dt="2026-01-02T03:13:14.391" v="1391" actId="13926"/>
        <pc:sldMkLst>
          <pc:docMk/>
          <pc:sldMk cId="1929404813" sldId="283"/>
        </pc:sldMkLst>
        <pc:spChg chg="del">
          <ac:chgData name="Baozhong Liu" userId="1a0da9163b2f1321" providerId="LiveId" clId="{9E039210-9A9B-4D2A-9E5F-3BB0F9D7A0FD}" dt="2026-01-02T03:12:41.652" v="1384" actId="478"/>
          <ac:spMkLst>
            <pc:docMk/>
            <pc:sldMk cId="1929404813" sldId="283"/>
            <ac:spMk id="2" creationId="{E0D42DA2-6B8F-9335-1F13-F0F798D7BF01}"/>
          </ac:spMkLst>
        </pc:spChg>
        <pc:spChg chg="mod">
          <ac:chgData name="Baozhong Liu" userId="1a0da9163b2f1321" providerId="LiveId" clId="{9E039210-9A9B-4D2A-9E5F-3BB0F9D7A0FD}" dt="2026-01-02T03:13:14.391" v="1391" actId="13926"/>
          <ac:spMkLst>
            <pc:docMk/>
            <pc:sldMk cId="1929404813" sldId="283"/>
            <ac:spMk id="3" creationId="{FD063803-3187-62D6-CFEA-2D74A0B87F0A}"/>
          </ac:spMkLst>
        </pc:spChg>
      </pc:sldChg>
      <pc:sldChg chg="modSp new mod">
        <pc:chgData name="Baozhong Liu" userId="1a0da9163b2f1321" providerId="LiveId" clId="{9E039210-9A9B-4D2A-9E5F-3BB0F9D7A0FD}" dt="2026-01-03T18:29:38.831" v="1818" actId="12"/>
        <pc:sldMkLst>
          <pc:docMk/>
          <pc:sldMk cId="3866373622" sldId="284"/>
        </pc:sldMkLst>
        <pc:spChg chg="mod">
          <ac:chgData name="Baozhong Liu" userId="1a0da9163b2f1321" providerId="LiveId" clId="{9E039210-9A9B-4D2A-9E5F-3BB0F9D7A0FD}" dt="2026-01-03T18:28:07.392" v="1799" actId="404"/>
          <ac:spMkLst>
            <pc:docMk/>
            <pc:sldMk cId="3866373622" sldId="284"/>
            <ac:spMk id="2" creationId="{6A0E2AE9-F8B0-EAA9-84BF-A2C89AF07ADD}"/>
          </ac:spMkLst>
        </pc:spChg>
        <pc:spChg chg="mod">
          <ac:chgData name="Baozhong Liu" userId="1a0da9163b2f1321" providerId="LiveId" clId="{9E039210-9A9B-4D2A-9E5F-3BB0F9D7A0FD}" dt="2026-01-03T18:29:38.831" v="1818" actId="12"/>
          <ac:spMkLst>
            <pc:docMk/>
            <pc:sldMk cId="3866373622" sldId="284"/>
            <ac:spMk id="3" creationId="{E45DD9CD-B976-0D0E-856B-2A7FD8270923}"/>
          </ac:spMkLst>
        </pc:spChg>
      </pc:sldChg>
      <pc:sldChg chg="modSp new mod">
        <pc:chgData name="Baozhong Liu" userId="1a0da9163b2f1321" providerId="LiveId" clId="{9E039210-9A9B-4D2A-9E5F-3BB0F9D7A0FD}" dt="2026-01-03T15:53:22.840" v="1456" actId="27636"/>
        <pc:sldMkLst>
          <pc:docMk/>
          <pc:sldMk cId="800802409" sldId="285"/>
        </pc:sldMkLst>
        <pc:spChg chg="mod">
          <ac:chgData name="Baozhong Liu" userId="1a0da9163b2f1321" providerId="LiveId" clId="{9E039210-9A9B-4D2A-9E5F-3BB0F9D7A0FD}" dt="2026-01-03T15:52:17.346" v="1444" actId="20577"/>
          <ac:spMkLst>
            <pc:docMk/>
            <pc:sldMk cId="800802409" sldId="285"/>
            <ac:spMk id="2" creationId="{3A7B25F0-D017-F921-7391-0D7084C5C7D5}"/>
          </ac:spMkLst>
        </pc:spChg>
        <pc:spChg chg="mod">
          <ac:chgData name="Baozhong Liu" userId="1a0da9163b2f1321" providerId="LiveId" clId="{9E039210-9A9B-4D2A-9E5F-3BB0F9D7A0FD}" dt="2026-01-03T15:53:22.840" v="1456" actId="27636"/>
          <ac:spMkLst>
            <pc:docMk/>
            <pc:sldMk cId="800802409" sldId="285"/>
            <ac:spMk id="3" creationId="{21791CFF-B77B-AC1B-3493-FCA31EC2A7EB}"/>
          </ac:spMkLst>
        </pc:spChg>
      </pc:sldChg>
      <pc:sldChg chg="modSp new mod">
        <pc:chgData name="Baozhong Liu" userId="1a0da9163b2f1321" providerId="LiveId" clId="{9E039210-9A9B-4D2A-9E5F-3BB0F9D7A0FD}" dt="2026-01-03T15:56:44.176" v="1493" actId="13926"/>
        <pc:sldMkLst>
          <pc:docMk/>
          <pc:sldMk cId="4165187445" sldId="286"/>
        </pc:sldMkLst>
        <pc:spChg chg="mod">
          <ac:chgData name="Baozhong Liu" userId="1a0da9163b2f1321" providerId="LiveId" clId="{9E039210-9A9B-4D2A-9E5F-3BB0F9D7A0FD}" dt="2026-01-03T15:54:42.871" v="1480" actId="20577"/>
          <ac:spMkLst>
            <pc:docMk/>
            <pc:sldMk cId="4165187445" sldId="286"/>
            <ac:spMk id="2" creationId="{37EAC790-0A9E-0815-3ED5-5DEA0C44B79D}"/>
          </ac:spMkLst>
        </pc:spChg>
        <pc:spChg chg="mod">
          <ac:chgData name="Baozhong Liu" userId="1a0da9163b2f1321" providerId="LiveId" clId="{9E039210-9A9B-4D2A-9E5F-3BB0F9D7A0FD}" dt="2026-01-03T15:56:44.176" v="1493" actId="13926"/>
          <ac:spMkLst>
            <pc:docMk/>
            <pc:sldMk cId="4165187445" sldId="286"/>
            <ac:spMk id="3" creationId="{027C456D-F553-F684-239E-CDA0F4ED9C2A}"/>
          </ac:spMkLst>
        </pc:spChg>
      </pc:sldChg>
      <pc:sldChg chg="modSp new mod">
        <pc:chgData name="Baozhong Liu" userId="1a0da9163b2f1321" providerId="LiveId" clId="{9E039210-9A9B-4D2A-9E5F-3BB0F9D7A0FD}" dt="2026-01-03T15:59:21.101" v="1524" actId="13926"/>
        <pc:sldMkLst>
          <pc:docMk/>
          <pc:sldMk cId="4196072875" sldId="287"/>
        </pc:sldMkLst>
        <pc:spChg chg="mod">
          <ac:chgData name="Baozhong Liu" userId="1a0da9163b2f1321" providerId="LiveId" clId="{9E039210-9A9B-4D2A-9E5F-3BB0F9D7A0FD}" dt="2026-01-03T15:57:23.753" v="1509" actId="20577"/>
          <ac:spMkLst>
            <pc:docMk/>
            <pc:sldMk cId="4196072875" sldId="287"/>
            <ac:spMk id="2" creationId="{D0E790A9-C462-0FEC-6982-B25E9303ED56}"/>
          </ac:spMkLst>
        </pc:spChg>
        <pc:spChg chg="mod">
          <ac:chgData name="Baozhong Liu" userId="1a0da9163b2f1321" providerId="LiveId" clId="{9E039210-9A9B-4D2A-9E5F-3BB0F9D7A0FD}" dt="2026-01-03T15:59:21.101" v="1524" actId="13926"/>
          <ac:spMkLst>
            <pc:docMk/>
            <pc:sldMk cId="4196072875" sldId="287"/>
            <ac:spMk id="3" creationId="{32A1861F-20CE-89B4-DB7D-6D9078BF4E60}"/>
          </ac:spMkLst>
        </pc:spChg>
      </pc:sldChg>
      <pc:sldChg chg="addSp delSp modSp new setBg">
        <pc:chgData name="Baozhong Liu" userId="1a0da9163b2f1321" providerId="LiveId" clId="{9E039210-9A9B-4D2A-9E5F-3BB0F9D7A0FD}" dt="2026-01-03T16:02:22.810" v="1527"/>
        <pc:sldMkLst>
          <pc:docMk/>
          <pc:sldMk cId="2215163577" sldId="288"/>
        </pc:sldMkLst>
        <pc:spChg chg="mod">
          <ac:chgData name="Baozhong Liu" userId="1a0da9163b2f1321" providerId="LiveId" clId="{9E039210-9A9B-4D2A-9E5F-3BB0F9D7A0FD}" dt="2026-01-03T16:02:22.810" v="1527"/>
          <ac:spMkLst>
            <pc:docMk/>
            <pc:sldMk cId="2215163577" sldId="288"/>
            <ac:spMk id="2" creationId="{D15E923B-FD4F-CF4C-4DDD-31411E93A9EF}"/>
          </ac:spMkLst>
        </pc:spChg>
        <pc:spChg chg="del">
          <ac:chgData name="Baozhong Liu" userId="1a0da9163b2f1321" providerId="LiveId" clId="{9E039210-9A9B-4D2A-9E5F-3BB0F9D7A0FD}" dt="2026-01-03T16:02:12.399" v="1526"/>
          <ac:spMkLst>
            <pc:docMk/>
            <pc:sldMk cId="2215163577" sldId="288"/>
            <ac:spMk id="3" creationId="{2BFA4C5C-B88E-6FF9-0B1C-273DD1FC9156}"/>
          </ac:spMkLst>
        </pc:spChg>
        <pc:graphicFrameChg chg="add mod">
          <ac:chgData name="Baozhong Liu" userId="1a0da9163b2f1321" providerId="LiveId" clId="{9E039210-9A9B-4D2A-9E5F-3BB0F9D7A0FD}" dt="2026-01-03T16:02:12.399" v="1526"/>
          <ac:graphicFrameMkLst>
            <pc:docMk/>
            <pc:sldMk cId="2215163577" sldId="288"/>
            <ac:graphicFrameMk id="4" creationId="{BDA2AF87-3280-736E-1E61-46F92915A22D}"/>
          </ac:graphicFrameMkLst>
        </pc:graphicFrameChg>
      </pc:sldChg>
      <pc:sldChg chg="addSp delSp modSp new mod">
        <pc:chgData name="Baozhong Liu" userId="1a0da9163b2f1321" providerId="LiveId" clId="{9E039210-9A9B-4D2A-9E5F-3BB0F9D7A0FD}" dt="2026-01-03T16:24:39.412" v="1769" actId="1076"/>
        <pc:sldMkLst>
          <pc:docMk/>
          <pc:sldMk cId="1175422293" sldId="289"/>
        </pc:sldMkLst>
        <pc:spChg chg="mod">
          <ac:chgData name="Baozhong Liu" userId="1a0da9163b2f1321" providerId="LiveId" clId="{9E039210-9A9B-4D2A-9E5F-3BB0F9D7A0FD}" dt="2026-01-03T16:15:21.470" v="1762" actId="20577"/>
          <ac:spMkLst>
            <pc:docMk/>
            <pc:sldMk cId="1175422293" sldId="289"/>
            <ac:spMk id="2" creationId="{8BE041DE-6737-AE70-0BC0-56928D08AB22}"/>
          </ac:spMkLst>
        </pc:spChg>
        <pc:spChg chg="del">
          <ac:chgData name="Baozhong Liu" userId="1a0da9163b2f1321" providerId="LiveId" clId="{9E039210-9A9B-4D2A-9E5F-3BB0F9D7A0FD}" dt="2026-01-03T16:16:01.961" v="1766" actId="478"/>
          <ac:spMkLst>
            <pc:docMk/>
            <pc:sldMk cId="1175422293" sldId="289"/>
            <ac:spMk id="3" creationId="{A1B67B8F-A492-CE4F-BA5F-A57F3C0FC6C4}"/>
          </ac:spMkLst>
        </pc:spChg>
        <pc:picChg chg="add mod">
          <ac:chgData name="Baozhong Liu" userId="1a0da9163b2f1321" providerId="LiveId" clId="{9E039210-9A9B-4D2A-9E5F-3BB0F9D7A0FD}" dt="2026-01-03T16:16:04.506" v="1767" actId="1076"/>
          <ac:picMkLst>
            <pc:docMk/>
            <pc:sldMk cId="1175422293" sldId="289"/>
            <ac:picMk id="5" creationId="{12BC6562-8FC7-C642-84BC-C351E92F8A35}"/>
          </ac:picMkLst>
        </pc:picChg>
        <pc:picChg chg="add mod">
          <ac:chgData name="Baozhong Liu" userId="1a0da9163b2f1321" providerId="LiveId" clId="{9E039210-9A9B-4D2A-9E5F-3BB0F9D7A0FD}" dt="2026-01-03T16:24:39.412" v="1769" actId="1076"/>
          <ac:picMkLst>
            <pc:docMk/>
            <pc:sldMk cId="1175422293" sldId="289"/>
            <ac:picMk id="7" creationId="{9A06A9D0-0E9C-5D7A-7097-04B938FB1407}"/>
          </ac:picMkLst>
        </pc:picChg>
      </pc:sldChg>
      <pc:sldChg chg="addSp delSp modSp new mod">
        <pc:chgData name="Baozhong Liu" userId="1a0da9163b2f1321" providerId="LiveId" clId="{9E039210-9A9B-4D2A-9E5F-3BB0F9D7A0FD}" dt="2026-01-03T17:09:11.161" v="1794" actId="14100"/>
        <pc:sldMkLst>
          <pc:docMk/>
          <pc:sldMk cId="621300022" sldId="290"/>
        </pc:sldMkLst>
        <pc:spChg chg="del">
          <ac:chgData name="Baozhong Liu" userId="1a0da9163b2f1321" providerId="LiveId" clId="{9E039210-9A9B-4D2A-9E5F-3BB0F9D7A0FD}" dt="2026-01-03T17:09:04.426" v="1792" actId="478"/>
          <ac:spMkLst>
            <pc:docMk/>
            <pc:sldMk cId="621300022" sldId="290"/>
            <ac:spMk id="2" creationId="{E985E288-7453-7008-A4A4-43A57FB16FBF}"/>
          </ac:spMkLst>
        </pc:spChg>
        <pc:spChg chg="del">
          <ac:chgData name="Baozhong Liu" userId="1a0da9163b2f1321" providerId="LiveId" clId="{9E039210-9A9B-4D2A-9E5F-3BB0F9D7A0FD}" dt="2026-01-03T17:08:37.967" v="1787" actId="478"/>
          <ac:spMkLst>
            <pc:docMk/>
            <pc:sldMk cId="621300022" sldId="290"/>
            <ac:spMk id="3" creationId="{6DA9B0D8-F0E2-B20A-D269-0589923B0A43}"/>
          </ac:spMkLst>
        </pc:spChg>
        <pc:picChg chg="add mod">
          <ac:chgData name="Baozhong Liu" userId="1a0da9163b2f1321" providerId="LiveId" clId="{9E039210-9A9B-4D2A-9E5F-3BB0F9D7A0FD}" dt="2026-01-03T17:09:11.161" v="1794" actId="14100"/>
          <ac:picMkLst>
            <pc:docMk/>
            <pc:sldMk cId="621300022" sldId="290"/>
            <ac:picMk id="5" creationId="{75B37DB1-1750-045B-C310-F407DCA4F174}"/>
          </ac:picMkLst>
        </pc:picChg>
      </pc:sldChg>
      <pc:sldChg chg="delSp modSp new mod">
        <pc:chgData name="Baozhong Liu" userId="1a0da9163b2f1321" providerId="LiveId" clId="{9E039210-9A9B-4D2A-9E5F-3BB0F9D7A0FD}" dt="2026-01-03T18:31:54.323" v="1844" actId="27636"/>
        <pc:sldMkLst>
          <pc:docMk/>
          <pc:sldMk cId="4204238988" sldId="291"/>
        </pc:sldMkLst>
        <pc:spChg chg="del">
          <ac:chgData name="Baozhong Liu" userId="1a0da9163b2f1321" providerId="LiveId" clId="{9E039210-9A9B-4D2A-9E5F-3BB0F9D7A0FD}" dt="2026-01-03T18:29:53.414" v="1820" actId="478"/>
          <ac:spMkLst>
            <pc:docMk/>
            <pc:sldMk cId="4204238988" sldId="291"/>
            <ac:spMk id="2" creationId="{F8EC769A-8BFA-C0CF-FF02-C248F1FABC51}"/>
          </ac:spMkLst>
        </pc:spChg>
        <pc:spChg chg="mod">
          <ac:chgData name="Baozhong Liu" userId="1a0da9163b2f1321" providerId="LiveId" clId="{9E039210-9A9B-4D2A-9E5F-3BB0F9D7A0FD}" dt="2026-01-03T18:31:54.323" v="1844" actId="27636"/>
          <ac:spMkLst>
            <pc:docMk/>
            <pc:sldMk cId="4204238988" sldId="291"/>
            <ac:spMk id="3" creationId="{7BCE9DED-164B-BDEF-F583-662EB6418AC9}"/>
          </ac:spMkLst>
        </pc:spChg>
      </pc:sldChg>
      <pc:sldChg chg="addSp modSp new mod">
        <pc:chgData name="Baozhong Liu" userId="1a0da9163b2f1321" providerId="LiveId" clId="{9E039210-9A9B-4D2A-9E5F-3BB0F9D7A0FD}" dt="2026-01-03T21:48:03.480" v="2218" actId="14100"/>
        <pc:sldMkLst>
          <pc:docMk/>
          <pc:sldMk cId="286094409" sldId="292"/>
        </pc:sldMkLst>
        <pc:spChg chg="mod">
          <ac:chgData name="Baozhong Liu" userId="1a0da9163b2f1321" providerId="LiveId" clId="{9E039210-9A9B-4D2A-9E5F-3BB0F9D7A0FD}" dt="2026-01-03T18:34:59.681" v="1913" actId="20577"/>
          <ac:spMkLst>
            <pc:docMk/>
            <pc:sldMk cId="286094409" sldId="292"/>
            <ac:spMk id="2" creationId="{F752E0BC-0BE2-4B16-69E8-7C37C862E519}"/>
          </ac:spMkLst>
        </pc:spChg>
        <pc:spChg chg="mod">
          <ac:chgData name="Baozhong Liu" userId="1a0da9163b2f1321" providerId="LiveId" clId="{9E039210-9A9B-4D2A-9E5F-3BB0F9D7A0FD}" dt="2026-01-03T18:41:41.046" v="1997" actId="948"/>
          <ac:spMkLst>
            <pc:docMk/>
            <pc:sldMk cId="286094409" sldId="292"/>
            <ac:spMk id="3" creationId="{D87E2BEA-3F3A-3629-D8DF-559544C9CD17}"/>
          </ac:spMkLst>
        </pc:spChg>
        <pc:spChg chg="add mod">
          <ac:chgData name="Baozhong Liu" userId="1a0da9163b2f1321" providerId="LiveId" clId="{9E039210-9A9B-4D2A-9E5F-3BB0F9D7A0FD}" dt="2026-01-03T21:48:03.480" v="2218" actId="14100"/>
          <ac:spMkLst>
            <pc:docMk/>
            <pc:sldMk cId="286094409" sldId="292"/>
            <ac:spMk id="8" creationId="{99E8A631-DCA4-3E92-30FB-08701B437EF1}"/>
          </ac:spMkLst>
        </pc:spChg>
        <pc:picChg chg="add mod">
          <ac:chgData name="Baozhong Liu" userId="1a0da9163b2f1321" providerId="LiveId" clId="{9E039210-9A9B-4D2A-9E5F-3BB0F9D7A0FD}" dt="2026-01-03T18:37:49.469" v="1991" actId="14100"/>
          <ac:picMkLst>
            <pc:docMk/>
            <pc:sldMk cId="286094409" sldId="292"/>
            <ac:picMk id="5" creationId="{267346A1-67F4-7E90-35FF-F4EFFB843749}"/>
          </ac:picMkLst>
        </pc:picChg>
        <pc:picChg chg="add mod">
          <ac:chgData name="Baozhong Liu" userId="1a0da9163b2f1321" providerId="LiveId" clId="{9E039210-9A9B-4D2A-9E5F-3BB0F9D7A0FD}" dt="2026-01-03T18:41:46.793" v="1998" actId="14100"/>
          <ac:picMkLst>
            <pc:docMk/>
            <pc:sldMk cId="286094409" sldId="292"/>
            <ac:picMk id="7" creationId="{9790E7D4-6C6B-6E1A-6E91-623A2AEB08A8}"/>
          </ac:picMkLst>
        </pc:picChg>
      </pc:sldChg>
      <pc:sldChg chg="addSp modSp new mod">
        <pc:chgData name="Baozhong Liu" userId="1a0da9163b2f1321" providerId="LiveId" clId="{9E039210-9A9B-4D2A-9E5F-3BB0F9D7A0FD}" dt="2026-01-03T22:35:05.797" v="2366" actId="14100"/>
        <pc:sldMkLst>
          <pc:docMk/>
          <pc:sldMk cId="3110750515" sldId="293"/>
        </pc:sldMkLst>
        <pc:spChg chg="mod">
          <ac:chgData name="Baozhong Liu" userId="1a0da9163b2f1321" providerId="LiveId" clId="{9E039210-9A9B-4D2A-9E5F-3BB0F9D7A0FD}" dt="2026-01-03T22:07:04.406" v="2273" actId="20577"/>
          <ac:spMkLst>
            <pc:docMk/>
            <pc:sldMk cId="3110750515" sldId="293"/>
            <ac:spMk id="2" creationId="{DD3A0B0E-6A31-56C5-C927-831818C9F9B5}"/>
          </ac:spMkLst>
        </pc:spChg>
        <pc:spChg chg="mod">
          <ac:chgData name="Baozhong Liu" userId="1a0da9163b2f1321" providerId="LiveId" clId="{9E039210-9A9B-4D2A-9E5F-3BB0F9D7A0FD}" dt="2026-01-03T22:07:20.944" v="2313" actId="20577"/>
          <ac:spMkLst>
            <pc:docMk/>
            <pc:sldMk cId="3110750515" sldId="293"/>
            <ac:spMk id="3" creationId="{4775ED69-CC39-3830-25A6-EA37E90DDFCB}"/>
          </ac:spMkLst>
        </pc:spChg>
        <pc:picChg chg="add mod">
          <ac:chgData name="Baozhong Liu" userId="1a0da9163b2f1321" providerId="LiveId" clId="{9E039210-9A9B-4D2A-9E5F-3BB0F9D7A0FD}" dt="2026-01-03T22:34:32.340" v="2357" actId="1076"/>
          <ac:picMkLst>
            <pc:docMk/>
            <pc:sldMk cId="3110750515" sldId="293"/>
            <ac:picMk id="5" creationId="{25386885-2CA1-4D32-ED88-99610E1C0DF6}"/>
          </ac:picMkLst>
        </pc:picChg>
        <pc:picChg chg="add mod">
          <ac:chgData name="Baozhong Liu" userId="1a0da9163b2f1321" providerId="LiveId" clId="{9E039210-9A9B-4D2A-9E5F-3BB0F9D7A0FD}" dt="2026-01-03T22:34:35.403" v="2358" actId="1076"/>
          <ac:picMkLst>
            <pc:docMk/>
            <pc:sldMk cId="3110750515" sldId="293"/>
            <ac:picMk id="7" creationId="{E997408C-DDF1-5ECE-5F68-F1664926478C}"/>
          </ac:picMkLst>
        </pc:picChg>
        <pc:picChg chg="add mod">
          <ac:chgData name="Baozhong Liu" userId="1a0da9163b2f1321" providerId="LiveId" clId="{9E039210-9A9B-4D2A-9E5F-3BB0F9D7A0FD}" dt="2026-01-03T22:35:05.797" v="2366" actId="14100"/>
          <ac:picMkLst>
            <pc:docMk/>
            <pc:sldMk cId="3110750515" sldId="293"/>
            <ac:picMk id="9" creationId="{F24FEFA8-9D5B-3159-71C0-C6F0BE577431}"/>
          </ac:picMkLst>
        </pc:picChg>
      </pc:sldChg>
      <pc:sldChg chg="addSp delSp modSp new mod">
        <pc:chgData name="Baozhong Liu" userId="1a0da9163b2f1321" providerId="LiveId" clId="{9E039210-9A9B-4D2A-9E5F-3BB0F9D7A0FD}" dt="2026-01-03T22:22:17.886" v="2356" actId="20577"/>
        <pc:sldMkLst>
          <pc:docMk/>
          <pc:sldMk cId="1410717584" sldId="294"/>
        </pc:sldMkLst>
        <pc:spChg chg="del">
          <ac:chgData name="Baozhong Liu" userId="1a0da9163b2f1321" providerId="LiveId" clId="{9E039210-9A9B-4D2A-9E5F-3BB0F9D7A0FD}" dt="2026-01-03T22:19:29.360" v="2321" actId="478"/>
          <ac:spMkLst>
            <pc:docMk/>
            <pc:sldMk cId="1410717584" sldId="294"/>
            <ac:spMk id="2" creationId="{BC6BC756-4C9D-3860-829B-FEA198421F67}"/>
          </ac:spMkLst>
        </pc:spChg>
        <pc:spChg chg="del">
          <ac:chgData name="Baozhong Liu" userId="1a0da9163b2f1321" providerId="LiveId" clId="{9E039210-9A9B-4D2A-9E5F-3BB0F9D7A0FD}" dt="2026-01-03T22:19:02.456" v="2319" actId="478"/>
          <ac:spMkLst>
            <pc:docMk/>
            <pc:sldMk cId="1410717584" sldId="294"/>
            <ac:spMk id="3" creationId="{BFAF0476-F472-EB9A-F9BC-EB4BAB53B591}"/>
          </ac:spMkLst>
        </pc:spChg>
        <pc:spChg chg="add mod">
          <ac:chgData name="Baozhong Liu" userId="1a0da9163b2f1321" providerId="LiveId" clId="{9E039210-9A9B-4D2A-9E5F-3BB0F9D7A0FD}" dt="2026-01-03T22:22:17.886" v="2356" actId="20577"/>
          <ac:spMkLst>
            <pc:docMk/>
            <pc:sldMk cId="1410717584" sldId="294"/>
            <ac:spMk id="8" creationId="{46CECA94-33BD-F2AE-26BB-3330AE078C61}"/>
          </ac:spMkLst>
        </pc:spChg>
        <pc:picChg chg="add mod">
          <ac:chgData name="Baozhong Liu" userId="1a0da9163b2f1321" providerId="LiveId" clId="{9E039210-9A9B-4D2A-9E5F-3BB0F9D7A0FD}" dt="2026-01-03T22:20:18.763" v="2329" actId="14100"/>
          <ac:picMkLst>
            <pc:docMk/>
            <pc:sldMk cId="1410717584" sldId="294"/>
            <ac:picMk id="5" creationId="{DE9C81BA-2A10-DE1C-7A89-883C2C51C9AC}"/>
          </ac:picMkLst>
        </pc:picChg>
        <pc:picChg chg="add mod">
          <ac:chgData name="Baozhong Liu" userId="1a0da9163b2f1321" providerId="LiveId" clId="{9E039210-9A9B-4D2A-9E5F-3BB0F9D7A0FD}" dt="2026-01-03T22:20:21.330" v="2330" actId="14100"/>
          <ac:picMkLst>
            <pc:docMk/>
            <pc:sldMk cId="1410717584" sldId="294"/>
            <ac:picMk id="7" creationId="{60968CB1-6F15-06A4-7520-07D620E58021}"/>
          </ac:picMkLst>
        </pc:picChg>
      </pc:sldChg>
      <pc:sldChg chg="modSp new mod">
        <pc:chgData name="Baozhong Liu" userId="1a0da9163b2f1321" providerId="LiveId" clId="{9E039210-9A9B-4D2A-9E5F-3BB0F9D7A0FD}" dt="2026-01-03T22:37:48.626" v="2373"/>
        <pc:sldMkLst>
          <pc:docMk/>
          <pc:sldMk cId="4261757817" sldId="295"/>
        </pc:sldMkLst>
        <pc:spChg chg="mod">
          <ac:chgData name="Baozhong Liu" userId="1a0da9163b2f1321" providerId="LiveId" clId="{9E039210-9A9B-4D2A-9E5F-3BB0F9D7A0FD}" dt="2026-01-03T22:36:32.556" v="2371" actId="20577"/>
          <ac:spMkLst>
            <pc:docMk/>
            <pc:sldMk cId="4261757817" sldId="295"/>
            <ac:spMk id="2" creationId="{6F3A36C1-4ABC-AC74-95AE-5ED2D3DE5A37}"/>
          </ac:spMkLst>
        </pc:spChg>
        <pc:spChg chg="mod">
          <ac:chgData name="Baozhong Liu" userId="1a0da9163b2f1321" providerId="LiveId" clId="{9E039210-9A9B-4D2A-9E5F-3BB0F9D7A0FD}" dt="2026-01-03T22:37:48.626" v="2373"/>
          <ac:spMkLst>
            <pc:docMk/>
            <pc:sldMk cId="4261757817" sldId="295"/>
            <ac:spMk id="3" creationId="{912926FD-23AF-2200-7EAD-46121EDFF7A7}"/>
          </ac:spMkLst>
        </pc:spChg>
      </pc:sldChg>
      <pc:sldChg chg="modSp new mod">
        <pc:chgData name="Baozhong Liu" userId="1a0da9163b2f1321" providerId="LiveId" clId="{9E039210-9A9B-4D2A-9E5F-3BB0F9D7A0FD}" dt="2026-01-03T22:39:40.576" v="2389" actId="20577"/>
        <pc:sldMkLst>
          <pc:docMk/>
          <pc:sldMk cId="3050526586" sldId="296"/>
        </pc:sldMkLst>
        <pc:spChg chg="mod">
          <ac:chgData name="Baozhong Liu" userId="1a0da9163b2f1321" providerId="LiveId" clId="{9E039210-9A9B-4D2A-9E5F-3BB0F9D7A0FD}" dt="2026-01-03T22:38:43.451" v="2375"/>
          <ac:spMkLst>
            <pc:docMk/>
            <pc:sldMk cId="3050526586" sldId="296"/>
            <ac:spMk id="2" creationId="{6727F35F-4CF4-E7A4-707C-A76EE5D706D3}"/>
          </ac:spMkLst>
        </pc:spChg>
        <pc:spChg chg="mod">
          <ac:chgData name="Baozhong Liu" userId="1a0da9163b2f1321" providerId="LiveId" clId="{9E039210-9A9B-4D2A-9E5F-3BB0F9D7A0FD}" dt="2026-01-03T22:39:40.576" v="2389" actId="20577"/>
          <ac:spMkLst>
            <pc:docMk/>
            <pc:sldMk cId="3050526586" sldId="296"/>
            <ac:spMk id="3" creationId="{96681389-B78F-93A1-0990-E1A981A3062D}"/>
          </ac:spMkLst>
        </pc:spChg>
      </pc:sldChg>
      <pc:sldChg chg="delSp modSp new mod">
        <pc:chgData name="Baozhong Liu" userId="1a0da9163b2f1321" providerId="LiveId" clId="{9E039210-9A9B-4D2A-9E5F-3BB0F9D7A0FD}" dt="2026-01-03T22:41:07.458" v="2404" actId="27636"/>
        <pc:sldMkLst>
          <pc:docMk/>
          <pc:sldMk cId="1647737005" sldId="297"/>
        </pc:sldMkLst>
        <pc:spChg chg="del">
          <ac:chgData name="Baozhong Liu" userId="1a0da9163b2f1321" providerId="LiveId" clId="{9E039210-9A9B-4D2A-9E5F-3BB0F9D7A0FD}" dt="2026-01-03T22:40:27.777" v="2391" actId="478"/>
          <ac:spMkLst>
            <pc:docMk/>
            <pc:sldMk cId="1647737005" sldId="297"/>
            <ac:spMk id="2" creationId="{CD4CB88B-F1B9-2FD0-A5BB-F6D47B997BE7}"/>
          </ac:spMkLst>
        </pc:spChg>
        <pc:spChg chg="mod">
          <ac:chgData name="Baozhong Liu" userId="1a0da9163b2f1321" providerId="LiveId" clId="{9E039210-9A9B-4D2A-9E5F-3BB0F9D7A0FD}" dt="2026-01-03T22:41:07.458" v="2404" actId="27636"/>
          <ac:spMkLst>
            <pc:docMk/>
            <pc:sldMk cId="1647737005" sldId="297"/>
            <ac:spMk id="3" creationId="{AF1BE8AC-1A00-3528-8806-E3F9991FC86E}"/>
          </ac:spMkLst>
        </pc:spChg>
      </pc:sldChg>
      <pc:sldChg chg="delSp modSp new mod">
        <pc:chgData name="Baozhong Liu" userId="1a0da9163b2f1321" providerId="LiveId" clId="{9E039210-9A9B-4D2A-9E5F-3BB0F9D7A0FD}" dt="2026-01-03T22:42:52.321" v="2416" actId="20577"/>
        <pc:sldMkLst>
          <pc:docMk/>
          <pc:sldMk cId="625612507" sldId="298"/>
        </pc:sldMkLst>
        <pc:spChg chg="del">
          <ac:chgData name="Baozhong Liu" userId="1a0da9163b2f1321" providerId="LiveId" clId="{9E039210-9A9B-4D2A-9E5F-3BB0F9D7A0FD}" dt="2026-01-03T22:41:59.350" v="2406" actId="478"/>
          <ac:spMkLst>
            <pc:docMk/>
            <pc:sldMk cId="625612507" sldId="298"/>
            <ac:spMk id="2" creationId="{C7FF43AE-F974-37B7-227D-7DF1F9015E7E}"/>
          </ac:spMkLst>
        </pc:spChg>
        <pc:spChg chg="mod">
          <ac:chgData name="Baozhong Liu" userId="1a0da9163b2f1321" providerId="LiveId" clId="{9E039210-9A9B-4D2A-9E5F-3BB0F9D7A0FD}" dt="2026-01-03T22:42:52.321" v="2416" actId="20577"/>
          <ac:spMkLst>
            <pc:docMk/>
            <pc:sldMk cId="625612507" sldId="298"/>
            <ac:spMk id="3" creationId="{E3BEF8D5-6517-4225-8C0B-2B6AA986219D}"/>
          </ac:spMkLst>
        </pc:spChg>
      </pc:sldChg>
      <pc:sldChg chg="addSp delSp modSp new mod modAnim">
        <pc:chgData name="Baozhong Liu" userId="1a0da9163b2f1321" providerId="LiveId" clId="{9E039210-9A9B-4D2A-9E5F-3BB0F9D7A0FD}" dt="2026-01-03T22:45:34.524" v="2465" actId="20577"/>
        <pc:sldMkLst>
          <pc:docMk/>
          <pc:sldMk cId="1280275321" sldId="299"/>
        </pc:sldMkLst>
        <pc:spChg chg="mod">
          <ac:chgData name="Baozhong Liu" userId="1a0da9163b2f1321" providerId="LiveId" clId="{9E039210-9A9B-4D2A-9E5F-3BB0F9D7A0FD}" dt="2026-01-03T22:45:34.524" v="2465" actId="20577"/>
          <ac:spMkLst>
            <pc:docMk/>
            <pc:sldMk cId="1280275321" sldId="299"/>
            <ac:spMk id="2" creationId="{395BE686-B4B5-16B7-5773-9BAC14ABB466}"/>
          </ac:spMkLst>
        </pc:spChg>
        <pc:spChg chg="del mod">
          <ac:chgData name="Baozhong Liu" userId="1a0da9163b2f1321" providerId="LiveId" clId="{9E039210-9A9B-4D2A-9E5F-3BB0F9D7A0FD}" dt="2026-01-03T22:44:13.782" v="2419"/>
          <ac:spMkLst>
            <pc:docMk/>
            <pc:sldMk cId="1280275321" sldId="299"/>
            <ac:spMk id="3" creationId="{13E586AA-5981-8EE4-CA4B-2A3423BDF98A}"/>
          </ac:spMkLst>
        </pc:spChg>
        <pc:picChg chg="add mod">
          <ac:chgData name="Baozhong Liu" userId="1a0da9163b2f1321" providerId="LiveId" clId="{9E039210-9A9B-4D2A-9E5F-3BB0F9D7A0FD}" dt="2026-01-03T22:44:21.063" v="2420" actId="14100"/>
          <ac:picMkLst>
            <pc:docMk/>
            <pc:sldMk cId="1280275321" sldId="299"/>
            <ac:picMk id="4" creationId="{E36D489B-ED7F-CF4D-1859-974771EBC90D}"/>
          </ac:picMkLst>
        </pc:picChg>
      </pc:sldChg>
      <pc:sldChg chg="addSp delSp modSp new mod">
        <pc:chgData name="Baozhong Liu" userId="1a0da9163b2f1321" providerId="LiveId" clId="{9E039210-9A9B-4D2A-9E5F-3BB0F9D7A0FD}" dt="2026-01-03T22:53:40.635" v="2484" actId="14100"/>
        <pc:sldMkLst>
          <pc:docMk/>
          <pc:sldMk cId="1611674391" sldId="300"/>
        </pc:sldMkLst>
        <pc:spChg chg="mod">
          <ac:chgData name="Baozhong Liu" userId="1a0da9163b2f1321" providerId="LiveId" clId="{9E039210-9A9B-4D2A-9E5F-3BB0F9D7A0FD}" dt="2026-01-03T22:53:08.662" v="2480" actId="20577"/>
          <ac:spMkLst>
            <pc:docMk/>
            <pc:sldMk cId="1611674391" sldId="300"/>
            <ac:spMk id="2" creationId="{FE0A96E0-6F00-F34F-18EC-766DB5130978}"/>
          </ac:spMkLst>
        </pc:spChg>
        <pc:spChg chg="del">
          <ac:chgData name="Baozhong Liu" userId="1a0da9163b2f1321" providerId="LiveId" clId="{9E039210-9A9B-4D2A-9E5F-3BB0F9D7A0FD}" dt="2026-01-03T22:53:32.763" v="2481" actId="478"/>
          <ac:spMkLst>
            <pc:docMk/>
            <pc:sldMk cId="1611674391" sldId="300"/>
            <ac:spMk id="3" creationId="{8C18C894-9FBC-0C98-18F8-1DBFE8B00F65}"/>
          </ac:spMkLst>
        </pc:spChg>
        <pc:picChg chg="add mod">
          <ac:chgData name="Baozhong Liu" userId="1a0da9163b2f1321" providerId="LiveId" clId="{9E039210-9A9B-4D2A-9E5F-3BB0F9D7A0FD}" dt="2026-01-03T22:53:40.635" v="2484" actId="14100"/>
          <ac:picMkLst>
            <pc:docMk/>
            <pc:sldMk cId="1611674391" sldId="300"/>
            <ac:picMk id="5" creationId="{92D962B0-3554-C940-1F5E-688BFFD3EC02}"/>
          </ac:picMkLst>
        </pc:picChg>
      </pc:sldChg>
      <pc:sldChg chg="addSp delSp modSp new mod">
        <pc:chgData name="Baozhong Liu" userId="1a0da9163b2f1321" providerId="LiveId" clId="{9E039210-9A9B-4D2A-9E5F-3BB0F9D7A0FD}" dt="2026-01-03T23:15:50.669" v="2497" actId="20577"/>
        <pc:sldMkLst>
          <pc:docMk/>
          <pc:sldMk cId="780020386" sldId="301"/>
        </pc:sldMkLst>
        <pc:spChg chg="del">
          <ac:chgData name="Baozhong Liu" userId="1a0da9163b2f1321" providerId="LiveId" clId="{9E039210-9A9B-4D2A-9E5F-3BB0F9D7A0FD}" dt="2026-01-03T23:14:45.035" v="2488" actId="478"/>
          <ac:spMkLst>
            <pc:docMk/>
            <pc:sldMk cId="780020386" sldId="301"/>
            <ac:spMk id="2" creationId="{A4168037-B6D8-FB17-6983-591352057AC5}"/>
          </ac:spMkLst>
        </pc:spChg>
        <pc:spChg chg="del">
          <ac:chgData name="Baozhong Liu" userId="1a0da9163b2f1321" providerId="LiveId" clId="{9E039210-9A9B-4D2A-9E5F-3BB0F9D7A0FD}" dt="2026-01-03T23:14:37.736" v="2486" actId="478"/>
          <ac:spMkLst>
            <pc:docMk/>
            <pc:sldMk cId="780020386" sldId="301"/>
            <ac:spMk id="3" creationId="{6B79933C-C4DF-9F19-60E7-F7BE827D2512}"/>
          </ac:spMkLst>
        </pc:spChg>
        <pc:spChg chg="add mod">
          <ac:chgData name="Baozhong Liu" userId="1a0da9163b2f1321" providerId="LiveId" clId="{9E039210-9A9B-4D2A-9E5F-3BB0F9D7A0FD}" dt="2026-01-03T23:15:50.669" v="2497" actId="20577"/>
          <ac:spMkLst>
            <pc:docMk/>
            <pc:sldMk cId="780020386" sldId="301"/>
            <ac:spMk id="6" creationId="{122FB59A-BF55-A9FF-A85C-4234FD2AB4E6}"/>
          </ac:spMkLst>
        </pc:spChg>
        <pc:picChg chg="add mod">
          <ac:chgData name="Baozhong Liu" userId="1a0da9163b2f1321" providerId="LiveId" clId="{9E039210-9A9B-4D2A-9E5F-3BB0F9D7A0FD}" dt="2026-01-03T23:14:50.747" v="2490" actId="14100"/>
          <ac:picMkLst>
            <pc:docMk/>
            <pc:sldMk cId="780020386" sldId="301"/>
            <ac:picMk id="5" creationId="{836FB48B-6F26-8A30-0912-482F5A6B5342}"/>
          </ac:picMkLst>
        </pc:picChg>
      </pc:sldChg>
      <pc:sldChg chg="addSp delSp new mod">
        <pc:chgData name="Baozhong Liu" userId="1a0da9163b2f1321" providerId="LiveId" clId="{9E039210-9A9B-4D2A-9E5F-3BB0F9D7A0FD}" dt="2026-01-03T23:16:25.223" v="2501" actId="22"/>
        <pc:sldMkLst>
          <pc:docMk/>
          <pc:sldMk cId="2231968581" sldId="302"/>
        </pc:sldMkLst>
        <pc:spChg chg="del">
          <ac:chgData name="Baozhong Liu" userId="1a0da9163b2f1321" providerId="LiveId" clId="{9E039210-9A9B-4D2A-9E5F-3BB0F9D7A0FD}" dt="2026-01-03T23:15:59.285" v="2500" actId="478"/>
          <ac:spMkLst>
            <pc:docMk/>
            <pc:sldMk cId="2231968581" sldId="302"/>
            <ac:spMk id="2" creationId="{F7A3EAAA-A508-F6DA-D10F-33C095E0E337}"/>
          </ac:spMkLst>
        </pc:spChg>
        <pc:spChg chg="del">
          <ac:chgData name="Baozhong Liu" userId="1a0da9163b2f1321" providerId="LiveId" clId="{9E039210-9A9B-4D2A-9E5F-3BB0F9D7A0FD}" dt="2026-01-03T23:15:57.383" v="2499" actId="478"/>
          <ac:spMkLst>
            <pc:docMk/>
            <pc:sldMk cId="2231968581" sldId="302"/>
            <ac:spMk id="3" creationId="{F8BBB137-13A0-269A-D4D3-7CC2A4AC3D32}"/>
          </ac:spMkLst>
        </pc:spChg>
        <pc:picChg chg="add">
          <ac:chgData name="Baozhong Liu" userId="1a0da9163b2f1321" providerId="LiveId" clId="{9E039210-9A9B-4D2A-9E5F-3BB0F9D7A0FD}" dt="2026-01-03T23:16:25.223" v="2501" actId="22"/>
          <ac:picMkLst>
            <pc:docMk/>
            <pc:sldMk cId="2231968581" sldId="302"/>
            <ac:picMk id="5" creationId="{0DE1A328-9E2C-4CE0-8282-F4C48BCAA89B}"/>
          </ac:picMkLst>
        </pc:picChg>
      </pc:sldChg>
      <pc:sldChg chg="addSp delSp modSp new mod">
        <pc:chgData name="Baozhong Liu" userId="1a0da9163b2f1321" providerId="LiveId" clId="{9E039210-9A9B-4D2A-9E5F-3BB0F9D7A0FD}" dt="2026-01-03T23:43:07.689" v="2506" actId="14100"/>
        <pc:sldMkLst>
          <pc:docMk/>
          <pc:sldMk cId="4280294908" sldId="303"/>
        </pc:sldMkLst>
        <pc:spChg chg="del">
          <ac:chgData name="Baozhong Liu" userId="1a0da9163b2f1321" providerId="LiveId" clId="{9E039210-9A9B-4D2A-9E5F-3BB0F9D7A0FD}" dt="2026-01-03T23:42:44.212" v="2503" actId="478"/>
          <ac:spMkLst>
            <pc:docMk/>
            <pc:sldMk cId="4280294908" sldId="303"/>
            <ac:spMk id="3" creationId="{F6FA1833-B616-88C1-84F2-6E2CDF460151}"/>
          </ac:spMkLst>
        </pc:spChg>
        <pc:picChg chg="add mod">
          <ac:chgData name="Baozhong Liu" userId="1a0da9163b2f1321" providerId="LiveId" clId="{9E039210-9A9B-4D2A-9E5F-3BB0F9D7A0FD}" dt="2026-01-03T23:43:07.689" v="2506" actId="14100"/>
          <ac:picMkLst>
            <pc:docMk/>
            <pc:sldMk cId="4280294908" sldId="303"/>
            <ac:picMk id="5" creationId="{FF6CB760-363B-8417-0954-4F2AD8752C6B}"/>
          </ac:picMkLst>
        </pc:picChg>
      </pc:sldChg>
      <pc:sldChg chg="new">
        <pc:chgData name="Baozhong Liu" userId="1a0da9163b2f1321" providerId="LiveId" clId="{9E039210-9A9B-4D2A-9E5F-3BB0F9D7A0FD}" dt="2026-01-03T23:43:26.378" v="2507" actId="680"/>
        <pc:sldMkLst>
          <pc:docMk/>
          <pc:sldMk cId="3654895555" sldId="30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0D8B5-D1DD-F336-FD9B-2129E3D8C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0049A9-CEE2-4544-07E2-30F4B1D484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C19EEC-3F3B-84B1-906F-EB183A9D010F}"/>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A047157C-E56E-6BF2-BC36-0CD96977C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E9587-8F12-EDC0-17E8-1A0749CEEF10}"/>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304689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30B8D-3D9E-C9CA-34F9-793970993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2C2E7C-D038-CF4E-EB1A-71B7CED0D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6E838-5C60-945A-2BB8-BDACEE22EE9C}"/>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DD5507DF-1B50-523B-D905-5872E008FF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32DA2-50F9-11C7-537A-2B832AD249AD}"/>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333327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C5AB2-62C5-A3A4-104A-85601A4330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52F9DE-E52B-E6B8-A5A3-0C701EB828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1342E-6D40-BB5A-FDB9-7E7B3A6EDA9F}"/>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359C6C72-47B1-CFDB-C5D4-7BCF0E0210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E52427-9911-B251-5A5B-AA5F1B1BA8EE}"/>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2121423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CC6CC-B94C-5A6E-8C8D-04479CE68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F0779-41E2-5132-A49C-0CB17AC3A5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74A693-2605-B1D9-4B34-1CBB6168F2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01AD3B-8CDE-B32A-EF99-666973061147}"/>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6" name="Footer Placeholder 5">
            <a:extLst>
              <a:ext uri="{FF2B5EF4-FFF2-40B4-BE49-F238E27FC236}">
                <a16:creationId xmlns:a16="http://schemas.microsoft.com/office/drawing/2014/main" id="{AA1A1D0A-05CD-65CB-397F-D11CB8035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91FBCC-B447-F947-95A3-93B194A454A5}"/>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1894058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6482A-465E-1A38-49B3-C305F33B53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642635-1AD8-589B-C000-759AC12917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86FD-B394-8DE0-D62F-E217E2E955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6AFAF7-547D-1FDC-CDBF-549D2ABA34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D1CE66-E715-F1BA-E487-016442E457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B8E09-FA66-1575-0316-62E8FF3B06A9}"/>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8" name="Footer Placeholder 7">
            <a:extLst>
              <a:ext uri="{FF2B5EF4-FFF2-40B4-BE49-F238E27FC236}">
                <a16:creationId xmlns:a16="http://schemas.microsoft.com/office/drawing/2014/main" id="{1DB35248-4883-B749-2DC8-76621F3197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6A52FF-6853-EC0A-CF1C-106966F62CFC}"/>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704506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3A43E-6322-A93C-397D-36C3E50CE2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B38CC2-BB1E-4374-BD72-3A0C81C85522}"/>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4" name="Footer Placeholder 3">
            <a:extLst>
              <a:ext uri="{FF2B5EF4-FFF2-40B4-BE49-F238E27FC236}">
                <a16:creationId xmlns:a16="http://schemas.microsoft.com/office/drawing/2014/main" id="{8F035DAB-2377-737A-30D8-7D8F18CE2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2A510F-D511-7371-AC7F-64081EC8C2EC}"/>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1060828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832547-6D09-46B0-7022-ABCE0B4926FE}"/>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3" name="Footer Placeholder 2">
            <a:extLst>
              <a:ext uri="{FF2B5EF4-FFF2-40B4-BE49-F238E27FC236}">
                <a16:creationId xmlns:a16="http://schemas.microsoft.com/office/drawing/2014/main" id="{5B6993DF-AB10-7B1C-BA6C-495A766163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CD0535-E7B4-E4BD-D40B-18E1BBCE4858}"/>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330612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295D-9404-6C02-68D6-B120755712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2FA3AA-5DCF-898E-4FAB-B7AAD407C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A9F919-F3F4-6C46-ED80-8ADDF8B01A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871F0-101F-F4DC-9399-DE220B8132DE}"/>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6" name="Footer Placeholder 5">
            <a:extLst>
              <a:ext uri="{FF2B5EF4-FFF2-40B4-BE49-F238E27FC236}">
                <a16:creationId xmlns:a16="http://schemas.microsoft.com/office/drawing/2014/main" id="{B03502BA-E909-6504-D027-D6E6FFF73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E38BA-AC0E-25F2-0AB3-A75F1AB8EB1F}"/>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1295627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F95F-D059-9E9F-E2FE-B9FC73E095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F3DB2D-32D5-86EE-61E9-8677545D7B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2D53D4-E81A-BD7B-68BE-332DF9E3B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BC4E51-6407-DDA9-61BD-A1A7F5278E71}"/>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6" name="Footer Placeholder 5">
            <a:extLst>
              <a:ext uri="{FF2B5EF4-FFF2-40B4-BE49-F238E27FC236}">
                <a16:creationId xmlns:a16="http://schemas.microsoft.com/office/drawing/2014/main" id="{DB3458FE-4542-B859-FDC7-20B7D132E3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E1D407-950F-FA3A-0B44-68B13EB387F8}"/>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134575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F016-8F2A-344F-58B9-53135657EA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8B9E56-B850-8A8A-6BCA-F405576DF2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D4156E-D854-83A2-669C-36815E5570AF}"/>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30661B41-77BF-081E-DF7B-3BA7AC953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D5C705-DD71-642D-A80F-8DB78078C837}"/>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1958277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936184-A623-725E-3970-3A29C431F9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D15107-981B-2C55-6533-37CC580437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0CB16-7BD6-F814-4251-909B16789121}"/>
              </a:ext>
            </a:extLst>
          </p:cNvPr>
          <p:cNvSpPr>
            <a:spLocks noGrp="1"/>
          </p:cNvSpPr>
          <p:nvPr>
            <p:ph type="dt" sz="half" idx="10"/>
          </p:nvPr>
        </p:nvSpPr>
        <p:spPr/>
        <p:txBody>
          <a:body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91E5B4BF-8692-F647-B439-8949A2EFF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337F0-FB0E-1513-0854-B29FC63FBBE6}"/>
              </a:ext>
            </a:extLst>
          </p:cNvPr>
          <p:cNvSpPr>
            <a:spLocks noGrp="1"/>
          </p:cNvSpPr>
          <p:nvPr>
            <p:ph type="sldNum" sz="quarter" idx="12"/>
          </p:nvPr>
        </p:nvSpPr>
        <p:spPr/>
        <p:txBody>
          <a:bodyPr/>
          <a:lstStyle/>
          <a:p>
            <a:fld id="{6ABB0437-FA7E-4C0A-B3F2-E3A01FCC3DF5}" type="slidenum">
              <a:rPr lang="en-US" smtClean="0"/>
              <a:t>‹#›</a:t>
            </a:fld>
            <a:endParaRPr lang="en-US"/>
          </a:p>
        </p:txBody>
      </p:sp>
    </p:spTree>
    <p:extLst>
      <p:ext uri="{BB962C8B-B14F-4D97-AF65-F5344CB8AC3E}">
        <p14:creationId xmlns:p14="http://schemas.microsoft.com/office/powerpoint/2010/main" val="500425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976B0B-3C12-2C46-D2BD-114FA3DFF2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87B005-21B6-3093-3B74-4968C80B1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EF2DB9-A6EE-2DB7-AA13-7B3315386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4A9B6C-5755-4039-AE36-AD4BEBF99804}" type="datetimeFigureOut">
              <a:rPr lang="en-US" smtClean="0"/>
              <a:t>1/3/2026</a:t>
            </a:fld>
            <a:endParaRPr lang="en-US"/>
          </a:p>
        </p:txBody>
      </p:sp>
      <p:sp>
        <p:nvSpPr>
          <p:cNvPr id="5" name="Footer Placeholder 4">
            <a:extLst>
              <a:ext uri="{FF2B5EF4-FFF2-40B4-BE49-F238E27FC236}">
                <a16:creationId xmlns:a16="http://schemas.microsoft.com/office/drawing/2014/main" id="{C82621FF-A6BA-E9ED-6CF2-D52218D9D8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F2A7FC-E0DF-3B8F-A900-D6780BCBFA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BB0437-FA7E-4C0A-B3F2-E3A01FCC3DF5}" type="slidenum">
              <a:rPr lang="en-US" smtClean="0"/>
              <a:t>‹#›</a:t>
            </a:fld>
            <a:endParaRPr lang="en-US"/>
          </a:p>
        </p:txBody>
      </p:sp>
    </p:spTree>
    <p:extLst>
      <p:ext uri="{BB962C8B-B14F-4D97-AF65-F5344CB8AC3E}">
        <p14:creationId xmlns:p14="http://schemas.microsoft.com/office/powerpoint/2010/main" val="1423338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A0SV-DExypQ?feature=oembe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A0SV-DExypQ"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2.xml"/><Relationship Id="rId1" Type="http://schemas.openxmlformats.org/officeDocument/2006/relationships/video" Target="https://www.youtube.com/embed/rmphqjsc4Po?feature=oembed"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CC13F-6BE7-1CFB-8FFE-D1386A6D5082}"/>
              </a:ext>
            </a:extLst>
          </p:cNvPr>
          <p:cNvSpPr>
            <a:spLocks noGrp="1"/>
          </p:cNvSpPr>
          <p:nvPr>
            <p:ph type="ctrTitle"/>
          </p:nvPr>
        </p:nvSpPr>
        <p:spPr/>
        <p:txBody>
          <a:bodyPr/>
          <a:lstStyle/>
          <a:p>
            <a:r>
              <a:rPr lang="en-US" dirty="0"/>
              <a:t>Claude Code</a:t>
            </a:r>
          </a:p>
        </p:txBody>
      </p:sp>
      <p:sp>
        <p:nvSpPr>
          <p:cNvPr id="3" name="Subtitle 2">
            <a:extLst>
              <a:ext uri="{FF2B5EF4-FFF2-40B4-BE49-F238E27FC236}">
                <a16:creationId xmlns:a16="http://schemas.microsoft.com/office/drawing/2014/main" id="{063B607D-1D38-A716-4082-B3CDC2287814}"/>
              </a:ext>
            </a:extLst>
          </p:cNvPr>
          <p:cNvSpPr>
            <a:spLocks noGrp="1"/>
          </p:cNvSpPr>
          <p:nvPr>
            <p:ph type="subTitle" idx="1"/>
          </p:nvPr>
        </p:nvSpPr>
        <p:spPr/>
        <p:txBody>
          <a:bodyPr/>
          <a:lstStyle/>
          <a:p>
            <a:r>
              <a:rPr lang="en-US" dirty="0"/>
              <a:t>Mark Kashef</a:t>
            </a:r>
          </a:p>
          <a:p>
            <a:r>
              <a:rPr lang="en-US" dirty="0"/>
              <a:t>https://www.youtube.com/watch?v=A0SV-DExypQ</a:t>
            </a:r>
          </a:p>
        </p:txBody>
      </p:sp>
    </p:spTree>
    <p:extLst>
      <p:ext uri="{BB962C8B-B14F-4D97-AF65-F5344CB8AC3E}">
        <p14:creationId xmlns:p14="http://schemas.microsoft.com/office/powerpoint/2010/main" val="189203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808A-50C4-F4E1-0F4F-CC1476E9BADB}"/>
              </a:ext>
            </a:extLst>
          </p:cNvPr>
          <p:cNvSpPr>
            <a:spLocks noGrp="1"/>
          </p:cNvSpPr>
          <p:nvPr>
            <p:ph type="title"/>
          </p:nvPr>
        </p:nvSpPr>
        <p:spPr/>
        <p:txBody>
          <a:bodyPr/>
          <a:lstStyle/>
          <a:p>
            <a:r>
              <a:rPr lang="en-US" dirty="0"/>
              <a:t>Remember</a:t>
            </a:r>
          </a:p>
        </p:txBody>
      </p:sp>
      <p:sp>
        <p:nvSpPr>
          <p:cNvPr id="3" name="Content Placeholder 2">
            <a:extLst>
              <a:ext uri="{FF2B5EF4-FFF2-40B4-BE49-F238E27FC236}">
                <a16:creationId xmlns:a16="http://schemas.microsoft.com/office/drawing/2014/main" id="{C62A073C-4704-1462-87A1-AC6AB1375E30}"/>
              </a:ext>
            </a:extLst>
          </p:cNvPr>
          <p:cNvSpPr>
            <a:spLocks noGrp="1"/>
          </p:cNvSpPr>
          <p:nvPr>
            <p:ph idx="1"/>
          </p:nvPr>
        </p:nvSpPr>
        <p:spPr/>
        <p:txBody>
          <a:bodyPr/>
          <a:lstStyle/>
          <a:p>
            <a:r>
              <a:rPr lang="en-US" dirty="0"/>
              <a:t>I have </a:t>
            </a:r>
            <a:r>
              <a:rPr lang="en-US" dirty="0" err="1"/>
              <a:t>claude</a:t>
            </a:r>
            <a:r>
              <a:rPr lang="en-US" dirty="0"/>
              <a:t> code and </a:t>
            </a:r>
            <a:r>
              <a:rPr lang="en-US" dirty="0" err="1"/>
              <a:t>opencode</a:t>
            </a:r>
            <a:r>
              <a:rPr lang="en-US" dirty="0"/>
              <a:t> installed on my old laptop</a:t>
            </a:r>
          </a:p>
          <a:p>
            <a:r>
              <a:rPr lang="en-US" dirty="0"/>
              <a:t>Also cursor</a:t>
            </a:r>
          </a:p>
        </p:txBody>
      </p:sp>
      <p:pic>
        <p:nvPicPr>
          <p:cNvPr id="5" name="Picture 4">
            <a:extLst>
              <a:ext uri="{FF2B5EF4-FFF2-40B4-BE49-F238E27FC236}">
                <a16:creationId xmlns:a16="http://schemas.microsoft.com/office/drawing/2014/main" id="{E5664CEF-6928-4E1C-02FD-667F425263E7}"/>
              </a:ext>
            </a:extLst>
          </p:cNvPr>
          <p:cNvPicPr>
            <a:picLocks noChangeAspect="1"/>
          </p:cNvPicPr>
          <p:nvPr/>
        </p:nvPicPr>
        <p:blipFill>
          <a:blip r:embed="rId2"/>
          <a:stretch>
            <a:fillRect/>
          </a:stretch>
        </p:blipFill>
        <p:spPr>
          <a:xfrm>
            <a:off x="4862340" y="2824078"/>
            <a:ext cx="2467319" cy="1209844"/>
          </a:xfrm>
          <a:prstGeom prst="rect">
            <a:avLst/>
          </a:prstGeom>
        </p:spPr>
      </p:pic>
    </p:spTree>
    <p:extLst>
      <p:ext uri="{BB962C8B-B14F-4D97-AF65-F5344CB8AC3E}">
        <p14:creationId xmlns:p14="http://schemas.microsoft.com/office/powerpoint/2010/main" val="357827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he Complete Beginner’s Guide to Claude Code (Even If You’re Not Technical)">
            <a:hlinkClick r:id="" action="ppaction://media"/>
            <a:extLst>
              <a:ext uri="{FF2B5EF4-FFF2-40B4-BE49-F238E27FC236}">
                <a16:creationId xmlns:a16="http://schemas.microsoft.com/office/drawing/2014/main" id="{F05C677E-B898-3DC1-6DED-4672EC7A5851}"/>
              </a:ext>
            </a:extLst>
          </p:cNvPr>
          <p:cNvPicPr>
            <a:picLocks noGrp="1" noRot="1" noChangeAspect="1"/>
          </p:cNvPicPr>
          <p:nvPr>
            <p:ph idx="1"/>
            <a:videoFile r:link="rId1"/>
          </p:nvPr>
        </p:nvPicPr>
        <p:blipFill>
          <a:blip r:embed="rId3"/>
          <a:stretch>
            <a:fillRect/>
          </a:stretch>
        </p:blipFill>
        <p:spPr>
          <a:xfrm>
            <a:off x="-3714" y="-33044"/>
            <a:ext cx="12195714" cy="6891044"/>
          </a:xfrm>
          <a:prstGeom prst="rect">
            <a:avLst/>
          </a:prstGeom>
        </p:spPr>
      </p:pic>
    </p:spTree>
    <p:extLst>
      <p:ext uri="{BB962C8B-B14F-4D97-AF65-F5344CB8AC3E}">
        <p14:creationId xmlns:p14="http://schemas.microsoft.com/office/powerpoint/2010/main" val="79901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5E369-0D54-C635-FB9C-79117940068E}"/>
              </a:ext>
            </a:extLst>
          </p:cNvPr>
          <p:cNvSpPr>
            <a:spLocks noGrp="1"/>
          </p:cNvSpPr>
          <p:nvPr>
            <p:ph type="title"/>
          </p:nvPr>
        </p:nvSpPr>
        <p:spPr/>
        <p:txBody>
          <a:bodyPr/>
          <a:lstStyle/>
          <a:p>
            <a:r>
              <a:rPr lang="en-US" dirty="0"/>
              <a:t>Other Tools</a:t>
            </a:r>
          </a:p>
        </p:txBody>
      </p:sp>
      <p:sp>
        <p:nvSpPr>
          <p:cNvPr id="3" name="Content Placeholder 2">
            <a:extLst>
              <a:ext uri="{FF2B5EF4-FFF2-40B4-BE49-F238E27FC236}">
                <a16:creationId xmlns:a16="http://schemas.microsoft.com/office/drawing/2014/main" id="{AA1BB53E-1113-021B-6A94-37C719DC0AC4}"/>
              </a:ext>
            </a:extLst>
          </p:cNvPr>
          <p:cNvSpPr>
            <a:spLocks noGrp="1"/>
          </p:cNvSpPr>
          <p:nvPr>
            <p:ph idx="1"/>
          </p:nvPr>
        </p:nvSpPr>
        <p:spPr/>
        <p:txBody>
          <a:bodyPr/>
          <a:lstStyle/>
          <a:p>
            <a:r>
              <a:rPr lang="en-US" dirty="0"/>
              <a:t>Lovable: a tool designed to go from a simple idea to a functional web application quickly</a:t>
            </a:r>
          </a:p>
          <a:p>
            <a:r>
              <a:rPr lang="en-US" dirty="0"/>
              <a:t>Bolt: similar to Lovable, it helps users build apps with minimal technical knowledge</a:t>
            </a:r>
          </a:p>
          <a:p>
            <a:r>
              <a:rPr lang="en-US" dirty="0" err="1"/>
              <a:t>Replit</a:t>
            </a:r>
            <a:r>
              <a:rPr lang="en-US" dirty="0"/>
              <a:t>: a well-known cloud-based </a:t>
            </a:r>
            <a:r>
              <a:rPr lang="en-US" b="1" dirty="0"/>
              <a:t>coding platform </a:t>
            </a:r>
            <a:r>
              <a:rPr lang="en-US" dirty="0"/>
              <a:t>that has integrated AI features to help users write and deploy code</a:t>
            </a:r>
          </a:p>
          <a:p>
            <a:r>
              <a:rPr lang="en-US" dirty="0"/>
              <a:t>Base44: another tool in the emerging market of AI-driven development platforms</a:t>
            </a:r>
          </a:p>
          <a:p>
            <a:r>
              <a:rPr lang="en-US" dirty="0"/>
              <a:t>Genspark</a:t>
            </a:r>
          </a:p>
          <a:p>
            <a:endParaRPr lang="en-US" dirty="0"/>
          </a:p>
        </p:txBody>
      </p:sp>
      <p:pic>
        <p:nvPicPr>
          <p:cNvPr id="5" name="Picture 4">
            <a:extLst>
              <a:ext uri="{FF2B5EF4-FFF2-40B4-BE49-F238E27FC236}">
                <a16:creationId xmlns:a16="http://schemas.microsoft.com/office/drawing/2014/main" id="{E7312A2C-4E53-7567-A7CE-89E9925C2D38}"/>
              </a:ext>
            </a:extLst>
          </p:cNvPr>
          <p:cNvPicPr>
            <a:picLocks noChangeAspect="1"/>
          </p:cNvPicPr>
          <p:nvPr/>
        </p:nvPicPr>
        <p:blipFill>
          <a:blip r:embed="rId2"/>
          <a:stretch>
            <a:fillRect/>
          </a:stretch>
        </p:blipFill>
        <p:spPr>
          <a:xfrm>
            <a:off x="244175" y="1825625"/>
            <a:ext cx="594025" cy="573541"/>
          </a:xfrm>
          <a:prstGeom prst="rect">
            <a:avLst/>
          </a:prstGeom>
        </p:spPr>
      </p:pic>
      <p:pic>
        <p:nvPicPr>
          <p:cNvPr id="7" name="Picture 6">
            <a:extLst>
              <a:ext uri="{FF2B5EF4-FFF2-40B4-BE49-F238E27FC236}">
                <a16:creationId xmlns:a16="http://schemas.microsoft.com/office/drawing/2014/main" id="{68FCCF9A-4016-0115-7D58-EA6E1A20A3B6}"/>
              </a:ext>
            </a:extLst>
          </p:cNvPr>
          <p:cNvPicPr>
            <a:picLocks noChangeAspect="1"/>
          </p:cNvPicPr>
          <p:nvPr/>
        </p:nvPicPr>
        <p:blipFill>
          <a:blip r:embed="rId3"/>
          <a:stretch>
            <a:fillRect/>
          </a:stretch>
        </p:blipFill>
        <p:spPr>
          <a:xfrm>
            <a:off x="244175" y="2534103"/>
            <a:ext cx="594026" cy="597041"/>
          </a:xfrm>
          <a:prstGeom prst="rect">
            <a:avLst/>
          </a:prstGeom>
        </p:spPr>
      </p:pic>
      <p:pic>
        <p:nvPicPr>
          <p:cNvPr id="9" name="Picture 8">
            <a:extLst>
              <a:ext uri="{FF2B5EF4-FFF2-40B4-BE49-F238E27FC236}">
                <a16:creationId xmlns:a16="http://schemas.microsoft.com/office/drawing/2014/main" id="{47551617-2563-2477-51E3-FE685F9CC827}"/>
              </a:ext>
            </a:extLst>
          </p:cNvPr>
          <p:cNvPicPr>
            <a:picLocks noChangeAspect="1"/>
          </p:cNvPicPr>
          <p:nvPr/>
        </p:nvPicPr>
        <p:blipFill>
          <a:blip r:embed="rId4"/>
          <a:stretch>
            <a:fillRect/>
          </a:stretch>
        </p:blipFill>
        <p:spPr>
          <a:xfrm>
            <a:off x="222404" y="3429000"/>
            <a:ext cx="619018" cy="597041"/>
          </a:xfrm>
          <a:prstGeom prst="rect">
            <a:avLst/>
          </a:prstGeom>
        </p:spPr>
      </p:pic>
      <p:pic>
        <p:nvPicPr>
          <p:cNvPr id="11" name="Picture 10">
            <a:extLst>
              <a:ext uri="{FF2B5EF4-FFF2-40B4-BE49-F238E27FC236}">
                <a16:creationId xmlns:a16="http://schemas.microsoft.com/office/drawing/2014/main" id="{4439A37B-A72D-426D-EEFF-F90A49F1AD13}"/>
              </a:ext>
            </a:extLst>
          </p:cNvPr>
          <p:cNvPicPr>
            <a:picLocks noChangeAspect="1"/>
          </p:cNvPicPr>
          <p:nvPr/>
        </p:nvPicPr>
        <p:blipFill>
          <a:blip r:embed="rId5"/>
          <a:srcRect l="8914" r="3778"/>
          <a:stretch>
            <a:fillRect/>
          </a:stretch>
        </p:blipFill>
        <p:spPr>
          <a:xfrm>
            <a:off x="282326" y="4351084"/>
            <a:ext cx="680307" cy="704791"/>
          </a:xfrm>
          <a:prstGeom prst="rect">
            <a:avLst/>
          </a:prstGeom>
        </p:spPr>
      </p:pic>
    </p:spTree>
    <p:extLst>
      <p:ext uri="{BB962C8B-B14F-4D97-AF65-F5344CB8AC3E}">
        <p14:creationId xmlns:p14="http://schemas.microsoft.com/office/powerpoint/2010/main" val="354942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3C3B-05D0-59E4-2D50-A189B5FCFF46}"/>
              </a:ext>
            </a:extLst>
          </p:cNvPr>
          <p:cNvSpPr>
            <a:spLocks noGrp="1"/>
          </p:cNvSpPr>
          <p:nvPr>
            <p:ph type="title"/>
          </p:nvPr>
        </p:nvSpPr>
        <p:spPr/>
        <p:txBody>
          <a:bodyPr/>
          <a:lstStyle/>
          <a:p>
            <a:pPr algn="ctr"/>
            <a:r>
              <a:rPr lang="en-US" dirty="0"/>
              <a:t>Author’s Suggestion</a:t>
            </a:r>
          </a:p>
        </p:txBody>
      </p:sp>
      <p:sp>
        <p:nvSpPr>
          <p:cNvPr id="3" name="Content Placeholder 2">
            <a:extLst>
              <a:ext uri="{FF2B5EF4-FFF2-40B4-BE49-F238E27FC236}">
                <a16:creationId xmlns:a16="http://schemas.microsoft.com/office/drawing/2014/main" id="{198F5DCF-59F7-78EA-37BC-F17E84DC8BCF}"/>
              </a:ext>
            </a:extLst>
          </p:cNvPr>
          <p:cNvSpPr>
            <a:spLocks noGrp="1"/>
          </p:cNvSpPr>
          <p:nvPr>
            <p:ph idx="1"/>
          </p:nvPr>
        </p:nvSpPr>
        <p:spPr/>
        <p:txBody>
          <a:bodyPr/>
          <a:lstStyle/>
          <a:p>
            <a:pPr marL="514350" indent="-514350">
              <a:buFont typeface="+mj-lt"/>
              <a:buAutoNum type="arabicPeriod"/>
            </a:pPr>
            <a:r>
              <a:rPr lang="en-US" dirty="0"/>
              <a:t>Use tools like Lovable or Bolt to get their project from 0% to 30% or 40% complete</a:t>
            </a:r>
          </a:p>
          <a:p>
            <a:pPr marL="514350" indent="-514350">
              <a:buFont typeface="+mj-lt"/>
              <a:buAutoNum type="arabicPeriod"/>
            </a:pPr>
            <a:r>
              <a:rPr lang="en-US" dirty="0">
                <a:highlight>
                  <a:srgbClr val="FFFF00"/>
                </a:highlight>
              </a:rPr>
              <a:t>Export the project </a:t>
            </a:r>
            <a:r>
              <a:rPr lang="en-US" dirty="0"/>
              <a:t>and </a:t>
            </a:r>
            <a:r>
              <a:rPr lang="en-US" dirty="0">
                <a:highlight>
                  <a:srgbClr val="FFFF00"/>
                </a:highlight>
              </a:rPr>
              <a:t>move it into Claude Code </a:t>
            </a:r>
            <a:r>
              <a:rPr lang="en-US" dirty="0"/>
              <a:t>to handle the more complex </a:t>
            </a:r>
            <a:r>
              <a:rPr lang="en-US" dirty="0">
                <a:solidFill>
                  <a:srgbClr val="FF0000"/>
                </a:solidFill>
              </a:rPr>
              <a:t>"production-level"</a:t>
            </a:r>
            <a:r>
              <a:rPr lang="en-US" dirty="0"/>
              <a:t> work.</a:t>
            </a:r>
          </a:p>
        </p:txBody>
      </p:sp>
    </p:spTree>
    <p:extLst>
      <p:ext uri="{BB962C8B-B14F-4D97-AF65-F5344CB8AC3E}">
        <p14:creationId xmlns:p14="http://schemas.microsoft.com/office/powerpoint/2010/main" val="319020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F4DD-A77A-BCD0-FB0B-D8EE00F4DC8C}"/>
              </a:ext>
            </a:extLst>
          </p:cNvPr>
          <p:cNvSpPr>
            <a:spLocks noGrp="1"/>
          </p:cNvSpPr>
          <p:nvPr>
            <p:ph type="title"/>
          </p:nvPr>
        </p:nvSpPr>
        <p:spPr/>
        <p:txBody>
          <a:bodyPr/>
          <a:lstStyle/>
          <a:p>
            <a:r>
              <a:rPr lang="en-US" dirty="0"/>
              <a:t>What about OpenCode?</a:t>
            </a:r>
            <a:br>
              <a:rPr lang="en-US" dirty="0"/>
            </a:br>
            <a:r>
              <a:rPr lang="en-US" dirty="0"/>
              <a:t>Recommended by my coworker</a:t>
            </a:r>
          </a:p>
        </p:txBody>
      </p:sp>
      <p:sp>
        <p:nvSpPr>
          <p:cNvPr id="3" name="Content Placeholder 2">
            <a:extLst>
              <a:ext uri="{FF2B5EF4-FFF2-40B4-BE49-F238E27FC236}">
                <a16:creationId xmlns:a16="http://schemas.microsoft.com/office/drawing/2014/main" id="{7E1A11CF-E2A3-4910-3BC4-102549556F5A}"/>
              </a:ext>
            </a:extLst>
          </p:cNvPr>
          <p:cNvSpPr>
            <a:spLocks noGrp="1"/>
          </p:cNvSpPr>
          <p:nvPr>
            <p:ph idx="1"/>
          </p:nvPr>
        </p:nvSpPr>
        <p:spPr/>
        <p:txBody>
          <a:bodyPr>
            <a:normAutofit fontScale="70000" lnSpcReduction="20000"/>
          </a:bodyPr>
          <a:lstStyle/>
          <a:p>
            <a:pPr marL="0" indent="0">
              <a:lnSpc>
                <a:spcPct val="120000"/>
              </a:lnSpc>
              <a:spcBef>
                <a:spcPts val="0"/>
              </a:spcBef>
              <a:buNone/>
            </a:pPr>
            <a:r>
              <a:rPr lang="en-US" b="1" dirty="0"/>
              <a:t>OpenCode</a:t>
            </a:r>
            <a:r>
              <a:rPr lang="en-US" dirty="0"/>
              <a:t> is a popular open-source alternative to Claude Code that </a:t>
            </a:r>
            <a:r>
              <a:rPr lang="en-US" dirty="0">
                <a:highlight>
                  <a:srgbClr val="FFFF00"/>
                </a:highlight>
              </a:rPr>
              <a:t>brings an AI coding agent directly into your terminal</a:t>
            </a:r>
            <a:r>
              <a:rPr lang="en-US" dirty="0"/>
              <a:t>. While it performs many of the same tasks—like writing, debugging, and refactoring code—it is built with a focus on </a:t>
            </a:r>
            <a:r>
              <a:rPr lang="en-US" dirty="0">
                <a:solidFill>
                  <a:srgbClr val="FF0000"/>
                </a:solidFill>
              </a:rPr>
              <a:t>flexibility</a:t>
            </a:r>
            <a:r>
              <a:rPr lang="en-US" dirty="0"/>
              <a:t> and "terminal-first" workflows.</a:t>
            </a:r>
          </a:p>
          <a:p>
            <a:pPr marL="0" indent="0">
              <a:lnSpc>
                <a:spcPct val="120000"/>
              </a:lnSpc>
              <a:spcBef>
                <a:spcPts val="0"/>
              </a:spcBef>
              <a:buNone/>
            </a:pPr>
            <a:r>
              <a:rPr lang="en-US" dirty="0"/>
              <a:t>Key Differences from Claude Code</a:t>
            </a:r>
          </a:p>
          <a:p>
            <a:pPr>
              <a:lnSpc>
                <a:spcPct val="120000"/>
              </a:lnSpc>
              <a:spcBef>
                <a:spcPts val="0"/>
              </a:spcBef>
            </a:pPr>
            <a:r>
              <a:rPr lang="en-US" dirty="0">
                <a:solidFill>
                  <a:srgbClr val="FF0000"/>
                </a:solidFill>
              </a:rPr>
              <a:t>Model Agnostic</a:t>
            </a:r>
            <a:r>
              <a:rPr lang="en-US" dirty="0"/>
              <a:t>: Unlike Claude Code, which is optimized specifically for </a:t>
            </a:r>
            <a:r>
              <a:rPr lang="en-US" dirty="0" err="1"/>
              <a:t>Anthropic's</a:t>
            </a:r>
            <a:r>
              <a:rPr lang="en-US" dirty="0"/>
              <a:t> models, OpenCode allows you to use almost any AI provider, including OpenAI (GPT-4), Google (Gemini), and even local models through tools like Ollama.</a:t>
            </a:r>
          </a:p>
          <a:p>
            <a:pPr>
              <a:lnSpc>
                <a:spcPct val="120000"/>
              </a:lnSpc>
              <a:spcBef>
                <a:spcPts val="0"/>
              </a:spcBef>
            </a:pPr>
            <a:r>
              <a:rPr lang="en-US" dirty="0">
                <a:solidFill>
                  <a:srgbClr val="FF0000"/>
                </a:solidFill>
              </a:rPr>
              <a:t>Multi-Provider Support</a:t>
            </a:r>
            <a:r>
              <a:rPr lang="en-US" dirty="0"/>
              <a:t>: It can leverage existing subscriptions you might already have, such as </a:t>
            </a:r>
            <a:r>
              <a:rPr lang="en-US" dirty="0">
                <a:highlight>
                  <a:srgbClr val="FFFF00"/>
                </a:highlight>
              </a:rPr>
              <a:t>GitHub Copilot </a:t>
            </a:r>
            <a:r>
              <a:rPr lang="en-US" dirty="0"/>
              <a:t>or </a:t>
            </a:r>
            <a:r>
              <a:rPr lang="en-US" dirty="0">
                <a:highlight>
                  <a:srgbClr val="FFFF00"/>
                </a:highlight>
              </a:rPr>
              <a:t>ChatGPT Plus</a:t>
            </a:r>
            <a:r>
              <a:rPr lang="en-US" dirty="0"/>
              <a:t>, to perform coding tasks without additional costs.</a:t>
            </a:r>
          </a:p>
          <a:p>
            <a:pPr>
              <a:lnSpc>
                <a:spcPct val="120000"/>
              </a:lnSpc>
              <a:spcBef>
                <a:spcPts val="0"/>
              </a:spcBef>
            </a:pPr>
            <a:r>
              <a:rPr lang="en-US" dirty="0">
                <a:solidFill>
                  <a:srgbClr val="FF0000"/>
                </a:solidFill>
              </a:rPr>
              <a:t>Open Source</a:t>
            </a:r>
            <a:r>
              <a:rPr lang="en-US" dirty="0"/>
              <a:t>: Being open-source (available on GitHub at </a:t>
            </a:r>
            <a:r>
              <a:rPr lang="en-US" dirty="0" err="1">
                <a:solidFill>
                  <a:srgbClr val="FF0000"/>
                </a:solidFill>
              </a:rPr>
              <a:t>sst</a:t>
            </a:r>
            <a:r>
              <a:rPr lang="en-US" dirty="0">
                <a:solidFill>
                  <a:srgbClr val="FF0000"/>
                </a:solidFill>
              </a:rPr>
              <a:t>/</a:t>
            </a:r>
            <a:r>
              <a:rPr lang="en-US" dirty="0" err="1">
                <a:solidFill>
                  <a:srgbClr val="FF0000"/>
                </a:solidFill>
              </a:rPr>
              <a:t>opencode</a:t>
            </a:r>
            <a:r>
              <a:rPr lang="en-US" dirty="0"/>
              <a:t>), it allows you to see exactly how your code is processed and gives you more control over your data and privacy.</a:t>
            </a:r>
          </a:p>
          <a:p>
            <a:pPr>
              <a:lnSpc>
                <a:spcPct val="120000"/>
              </a:lnSpc>
              <a:spcBef>
                <a:spcPts val="0"/>
              </a:spcBef>
            </a:pPr>
            <a:r>
              <a:rPr lang="en-US" dirty="0">
                <a:solidFill>
                  <a:srgbClr val="FF0000"/>
                </a:solidFill>
              </a:rPr>
              <a:t>Performance</a:t>
            </a:r>
            <a:r>
              <a:rPr lang="en-US" dirty="0"/>
              <a:t>: Some users report that OpenCode feels faster and asks for fewer permissions than Claude Code during a session, leading to a smoother "flow state".</a:t>
            </a:r>
          </a:p>
        </p:txBody>
      </p:sp>
    </p:spTree>
    <p:extLst>
      <p:ext uri="{BB962C8B-B14F-4D97-AF65-F5344CB8AC3E}">
        <p14:creationId xmlns:p14="http://schemas.microsoft.com/office/powerpoint/2010/main" val="3400608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18EA4-3776-7DA0-D2AA-800F10F25099}"/>
              </a:ext>
            </a:extLst>
          </p:cNvPr>
          <p:cNvSpPr>
            <a:spLocks noGrp="1"/>
          </p:cNvSpPr>
          <p:nvPr>
            <p:ph type="title"/>
          </p:nvPr>
        </p:nvSpPr>
        <p:spPr/>
        <p:txBody>
          <a:bodyPr/>
          <a:lstStyle/>
          <a:p>
            <a:r>
              <a:rPr lang="en-US" dirty="0"/>
              <a:t>Core Features of OpenCode</a:t>
            </a:r>
          </a:p>
        </p:txBody>
      </p:sp>
      <p:sp>
        <p:nvSpPr>
          <p:cNvPr id="3" name="Content Placeholder 2">
            <a:extLst>
              <a:ext uri="{FF2B5EF4-FFF2-40B4-BE49-F238E27FC236}">
                <a16:creationId xmlns:a16="http://schemas.microsoft.com/office/drawing/2014/main" id="{9B890856-AE03-E70C-821F-19568B67F7EB}"/>
              </a:ext>
            </a:extLst>
          </p:cNvPr>
          <p:cNvSpPr>
            <a:spLocks noGrp="1"/>
          </p:cNvSpPr>
          <p:nvPr>
            <p:ph idx="1"/>
          </p:nvPr>
        </p:nvSpPr>
        <p:spPr/>
        <p:txBody>
          <a:bodyPr>
            <a:normAutofit fontScale="92500" lnSpcReduction="20000"/>
          </a:bodyPr>
          <a:lstStyle/>
          <a:p>
            <a:r>
              <a:rPr lang="en-US" dirty="0">
                <a:solidFill>
                  <a:srgbClr val="FF0000"/>
                </a:solidFill>
              </a:rPr>
              <a:t>Interactive TUI</a:t>
            </a:r>
            <a:r>
              <a:rPr lang="en-US" dirty="0"/>
              <a:t>: It uses a Terminal User Interface (TUI) built in </a:t>
            </a:r>
            <a:r>
              <a:rPr lang="en-US" dirty="0">
                <a:solidFill>
                  <a:srgbClr val="FF0000"/>
                </a:solidFill>
              </a:rPr>
              <a:t>Go</a:t>
            </a:r>
            <a:r>
              <a:rPr lang="en-US" dirty="0"/>
              <a:t>, which is highly responsive and includes features like Vim-like </a:t>
            </a:r>
            <a:r>
              <a:rPr lang="en-US" dirty="0" err="1"/>
              <a:t>keybindings</a:t>
            </a:r>
            <a:r>
              <a:rPr lang="en-US" dirty="0"/>
              <a:t> and session management.</a:t>
            </a:r>
          </a:p>
          <a:p>
            <a:r>
              <a:rPr lang="en-US" dirty="0">
                <a:solidFill>
                  <a:srgbClr val="FF0000"/>
                </a:solidFill>
              </a:rPr>
              <a:t>LSP Integration</a:t>
            </a:r>
            <a:r>
              <a:rPr lang="en-US" dirty="0"/>
              <a:t>: Just like a full code editor, OpenCode uses the Language Server Protocol (</a:t>
            </a:r>
            <a:r>
              <a:rPr lang="en-US" dirty="0">
                <a:solidFill>
                  <a:srgbClr val="FF0000"/>
                </a:solidFill>
              </a:rPr>
              <a:t>LSP</a:t>
            </a:r>
            <a:r>
              <a:rPr lang="en-US" dirty="0"/>
              <a:t>) to understand your code's structure, dependencies, and function signatures, which helps it provide more accurate </a:t>
            </a:r>
            <a:r>
              <a:rPr lang="en-US" dirty="0">
                <a:highlight>
                  <a:srgbClr val="FFFF00"/>
                </a:highlight>
              </a:rPr>
              <a:t>refactors</a:t>
            </a:r>
            <a:r>
              <a:rPr lang="en-US" dirty="0"/>
              <a:t>.</a:t>
            </a:r>
          </a:p>
          <a:p>
            <a:r>
              <a:rPr lang="en-US" dirty="0">
                <a:solidFill>
                  <a:srgbClr val="FF0000"/>
                </a:solidFill>
              </a:rPr>
              <a:t>Agent Workflows</a:t>
            </a:r>
            <a:r>
              <a:rPr lang="en-US" dirty="0"/>
              <a:t>: It includes specialized "</a:t>
            </a:r>
            <a:r>
              <a:rPr lang="en-US" dirty="0">
                <a:highlight>
                  <a:srgbClr val="FFFF00"/>
                </a:highlight>
              </a:rPr>
              <a:t>agents</a:t>
            </a:r>
            <a:r>
              <a:rPr lang="en-US" dirty="0"/>
              <a:t>" for different parts of development, such as a </a:t>
            </a:r>
            <a:r>
              <a:rPr lang="en-US" dirty="0">
                <a:highlight>
                  <a:srgbClr val="FFFF00"/>
                </a:highlight>
              </a:rPr>
              <a:t>Task Manager </a:t>
            </a:r>
            <a:r>
              <a:rPr lang="en-US" dirty="0"/>
              <a:t>to plan features, a </a:t>
            </a:r>
            <a:r>
              <a:rPr lang="en-US" dirty="0">
                <a:highlight>
                  <a:srgbClr val="FFFF00"/>
                </a:highlight>
              </a:rPr>
              <a:t>Coder</a:t>
            </a:r>
            <a:r>
              <a:rPr lang="en-US" dirty="0"/>
              <a:t> to write them, and a </a:t>
            </a:r>
            <a:r>
              <a:rPr lang="en-US" dirty="0">
                <a:highlight>
                  <a:srgbClr val="FFFF00"/>
                </a:highlight>
              </a:rPr>
              <a:t>Tester</a:t>
            </a:r>
            <a:r>
              <a:rPr lang="en-US" dirty="0"/>
              <a:t> to verify them.</a:t>
            </a:r>
          </a:p>
          <a:p>
            <a:r>
              <a:rPr lang="en-US" dirty="0">
                <a:solidFill>
                  <a:srgbClr val="FF0000"/>
                </a:solidFill>
              </a:rPr>
              <a:t>Session Sharing</a:t>
            </a:r>
            <a:r>
              <a:rPr lang="en-US" dirty="0"/>
              <a:t>: </a:t>
            </a:r>
            <a:r>
              <a:rPr lang="en-US" dirty="0">
                <a:highlight>
                  <a:srgbClr val="FFFF00"/>
                </a:highlight>
              </a:rPr>
              <a:t>You can generate a unique URL to share a read-only snapshot of your AI conversation, which is useful for code reviews or debugging with teammates.</a:t>
            </a:r>
          </a:p>
        </p:txBody>
      </p:sp>
    </p:spTree>
    <p:extLst>
      <p:ext uri="{BB962C8B-B14F-4D97-AF65-F5344CB8AC3E}">
        <p14:creationId xmlns:p14="http://schemas.microsoft.com/office/powerpoint/2010/main" val="94081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DBCFC-E262-2C62-BD67-FE9D02DCB524}"/>
              </a:ext>
            </a:extLst>
          </p:cNvPr>
          <p:cNvSpPr>
            <a:spLocks noGrp="1"/>
          </p:cNvSpPr>
          <p:nvPr>
            <p:ph type="title"/>
          </p:nvPr>
        </p:nvSpPr>
        <p:spPr/>
        <p:txBody>
          <a:bodyPr/>
          <a:lstStyle/>
          <a:p>
            <a:r>
              <a:rPr lang="en-US" dirty="0"/>
              <a:t>OpenCode installation on Windows</a:t>
            </a:r>
          </a:p>
        </p:txBody>
      </p:sp>
      <p:sp>
        <p:nvSpPr>
          <p:cNvPr id="3" name="Content Placeholder 2">
            <a:extLst>
              <a:ext uri="{FF2B5EF4-FFF2-40B4-BE49-F238E27FC236}">
                <a16:creationId xmlns:a16="http://schemas.microsoft.com/office/drawing/2014/main" id="{99E6F304-32D7-9C0F-E070-53F6CC477665}"/>
              </a:ext>
            </a:extLst>
          </p:cNvPr>
          <p:cNvSpPr>
            <a:spLocks noGrp="1"/>
          </p:cNvSpPr>
          <p:nvPr>
            <p:ph idx="1"/>
          </p:nvPr>
        </p:nvSpPr>
        <p:spPr/>
        <p:txBody>
          <a:bodyPr/>
          <a:lstStyle/>
          <a:p>
            <a:pPr marL="0" indent="0">
              <a:buNone/>
            </a:pPr>
            <a:r>
              <a:rPr lang="en-US" dirty="0" err="1"/>
              <a:t>npm</a:t>
            </a:r>
            <a:r>
              <a:rPr lang="en-US" dirty="0"/>
              <a:t> install -g </a:t>
            </a:r>
            <a:r>
              <a:rPr lang="en-US" dirty="0" err="1"/>
              <a:t>opencode</a:t>
            </a:r>
            <a:r>
              <a:rPr lang="en-US" dirty="0"/>
              <a:t>-ai</a:t>
            </a:r>
          </a:p>
          <a:p>
            <a:pPr marL="0" indent="0">
              <a:buNone/>
            </a:pPr>
            <a:r>
              <a:rPr lang="en-US" dirty="0" err="1"/>
              <a:t>opencode</a:t>
            </a:r>
            <a:r>
              <a:rPr lang="en-US" dirty="0"/>
              <a:t> –version</a:t>
            </a:r>
          </a:p>
          <a:p>
            <a:pPr marL="0" indent="0">
              <a:buNone/>
            </a:pPr>
            <a:endParaRPr lang="en-US" dirty="0"/>
          </a:p>
        </p:txBody>
      </p:sp>
    </p:spTree>
    <p:extLst>
      <p:ext uri="{BB962C8B-B14F-4D97-AF65-F5344CB8AC3E}">
        <p14:creationId xmlns:p14="http://schemas.microsoft.com/office/powerpoint/2010/main" val="334588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65B9-483A-A1E6-D240-8C06ADE6C56F}"/>
              </a:ext>
            </a:extLst>
          </p:cNvPr>
          <p:cNvSpPr>
            <a:spLocks noGrp="1"/>
          </p:cNvSpPr>
          <p:nvPr>
            <p:ph type="title"/>
          </p:nvPr>
        </p:nvSpPr>
        <p:spPr/>
        <p:txBody>
          <a:bodyPr/>
          <a:lstStyle/>
          <a:p>
            <a:r>
              <a:rPr lang="en-US" dirty="0"/>
              <a:t>First use of OpenCode</a:t>
            </a:r>
          </a:p>
        </p:txBody>
      </p:sp>
      <p:sp>
        <p:nvSpPr>
          <p:cNvPr id="3" name="Content Placeholder 2">
            <a:extLst>
              <a:ext uri="{FF2B5EF4-FFF2-40B4-BE49-F238E27FC236}">
                <a16:creationId xmlns:a16="http://schemas.microsoft.com/office/drawing/2014/main" id="{B88231C1-CB25-88FD-095E-59B8E4FD0C1E}"/>
              </a:ext>
            </a:extLst>
          </p:cNvPr>
          <p:cNvSpPr>
            <a:spLocks noGrp="1"/>
          </p:cNvSpPr>
          <p:nvPr>
            <p:ph idx="1"/>
          </p:nvPr>
        </p:nvSpPr>
        <p:spPr/>
        <p:txBody>
          <a:bodyPr/>
          <a:lstStyle/>
          <a:p>
            <a:pPr marL="0" indent="0">
              <a:buNone/>
            </a:pPr>
            <a:r>
              <a:rPr lang="en-US" dirty="0"/>
              <a:t>Turn on OpenCode in PowerShell, just type </a:t>
            </a:r>
            <a:r>
              <a:rPr lang="en-US" dirty="0" err="1"/>
              <a:t>Opencode</a:t>
            </a:r>
            <a:endParaRPr lang="en-US" dirty="0"/>
          </a:p>
          <a:p>
            <a:pPr marL="0" indent="0">
              <a:buNone/>
            </a:pPr>
            <a:r>
              <a:rPr lang="en-US" dirty="0"/>
              <a:t>Then, type, /connect</a:t>
            </a:r>
          </a:p>
          <a:p>
            <a:pPr marL="0" indent="0">
              <a:buNone/>
            </a:pPr>
            <a:r>
              <a:rPr lang="en-US" dirty="0"/>
              <a:t>I select Anthropic,</a:t>
            </a:r>
          </a:p>
          <a:p>
            <a:pPr marL="0" indent="0">
              <a:buNone/>
            </a:pPr>
            <a:r>
              <a:rPr lang="en-US" dirty="0"/>
              <a:t>Then, type Claude </a:t>
            </a:r>
            <a:r>
              <a:rPr lang="en-US" dirty="0" err="1"/>
              <a:t>concole</a:t>
            </a:r>
            <a:r>
              <a:rPr lang="en-US" dirty="0"/>
              <a:t> API key</a:t>
            </a:r>
          </a:p>
          <a:p>
            <a:pPr marL="0" indent="0">
              <a:buNone/>
            </a:pPr>
            <a:r>
              <a:rPr lang="en-US" dirty="0"/>
              <a:t>Then, select Haiku4.5</a:t>
            </a:r>
          </a:p>
          <a:p>
            <a:pPr marL="0" indent="0">
              <a:buNone/>
            </a:pPr>
            <a:r>
              <a:rPr lang="en-US" dirty="0"/>
              <a:t>Then, /</a:t>
            </a:r>
            <a:r>
              <a:rPr lang="en-US" dirty="0" err="1"/>
              <a:t>init</a:t>
            </a:r>
            <a:endParaRPr lang="en-US" dirty="0"/>
          </a:p>
          <a:p>
            <a:pPr marL="0" indent="0">
              <a:buNone/>
            </a:pPr>
            <a:r>
              <a:rPr lang="en-US" dirty="0"/>
              <a:t>Then Agents.md is created</a:t>
            </a:r>
          </a:p>
          <a:p>
            <a:pPr marL="0" indent="0">
              <a:buNone/>
            </a:pPr>
            <a:endParaRPr lang="en-US" dirty="0"/>
          </a:p>
        </p:txBody>
      </p:sp>
    </p:spTree>
    <p:extLst>
      <p:ext uri="{BB962C8B-B14F-4D97-AF65-F5344CB8AC3E}">
        <p14:creationId xmlns:p14="http://schemas.microsoft.com/office/powerpoint/2010/main" val="2615640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D7F13C-3AD8-C7D9-0547-DC99CBAB971A}"/>
              </a:ext>
            </a:extLst>
          </p:cNvPr>
          <p:cNvPicPr>
            <a:picLocks noChangeAspect="1"/>
          </p:cNvPicPr>
          <p:nvPr/>
        </p:nvPicPr>
        <p:blipFill>
          <a:blip r:embed="rId2"/>
          <a:stretch>
            <a:fillRect/>
          </a:stretch>
        </p:blipFill>
        <p:spPr>
          <a:xfrm>
            <a:off x="2612572" y="0"/>
            <a:ext cx="5645425" cy="3298372"/>
          </a:xfrm>
          <a:prstGeom prst="rect">
            <a:avLst/>
          </a:prstGeom>
        </p:spPr>
      </p:pic>
      <p:pic>
        <p:nvPicPr>
          <p:cNvPr id="7" name="Picture 6">
            <a:extLst>
              <a:ext uri="{FF2B5EF4-FFF2-40B4-BE49-F238E27FC236}">
                <a16:creationId xmlns:a16="http://schemas.microsoft.com/office/drawing/2014/main" id="{95287F35-2597-12F7-C4B8-74ACE7F07D11}"/>
              </a:ext>
            </a:extLst>
          </p:cNvPr>
          <p:cNvPicPr>
            <a:picLocks noChangeAspect="1"/>
          </p:cNvPicPr>
          <p:nvPr/>
        </p:nvPicPr>
        <p:blipFill>
          <a:blip r:embed="rId3"/>
          <a:stretch>
            <a:fillRect/>
          </a:stretch>
        </p:blipFill>
        <p:spPr>
          <a:xfrm>
            <a:off x="2612573" y="3298372"/>
            <a:ext cx="5650619" cy="2688771"/>
          </a:xfrm>
          <a:prstGeom prst="rect">
            <a:avLst/>
          </a:prstGeom>
        </p:spPr>
      </p:pic>
    </p:spTree>
    <p:extLst>
      <p:ext uri="{BB962C8B-B14F-4D97-AF65-F5344CB8AC3E}">
        <p14:creationId xmlns:p14="http://schemas.microsoft.com/office/powerpoint/2010/main" val="3897387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B1F0C5-2B53-DCDC-2E15-43B8A0AC8414}"/>
              </a:ext>
            </a:extLst>
          </p:cNvPr>
          <p:cNvPicPr>
            <a:picLocks noChangeAspect="1"/>
          </p:cNvPicPr>
          <p:nvPr/>
        </p:nvPicPr>
        <p:blipFill>
          <a:blip r:embed="rId2"/>
          <a:stretch>
            <a:fillRect/>
          </a:stretch>
        </p:blipFill>
        <p:spPr>
          <a:xfrm>
            <a:off x="651481" y="0"/>
            <a:ext cx="10889038" cy="6858000"/>
          </a:xfrm>
          <a:prstGeom prst="rect">
            <a:avLst/>
          </a:prstGeom>
        </p:spPr>
      </p:pic>
    </p:spTree>
    <p:extLst>
      <p:ext uri="{BB962C8B-B14F-4D97-AF65-F5344CB8AC3E}">
        <p14:creationId xmlns:p14="http://schemas.microsoft.com/office/powerpoint/2010/main" val="549837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88E546-3B4B-88EC-BA63-F7F9BA984D8F}"/>
              </a:ext>
            </a:extLst>
          </p:cNvPr>
          <p:cNvSpPr>
            <a:spLocks noGrp="1"/>
          </p:cNvSpPr>
          <p:nvPr>
            <p:ph type="ctrTitle"/>
          </p:nvPr>
        </p:nvSpPr>
        <p:spPr/>
        <p:txBody>
          <a:bodyPr/>
          <a:lstStyle/>
          <a:p>
            <a:r>
              <a:rPr lang="en-US" dirty="0"/>
              <a:t>Study </a:t>
            </a:r>
            <a:r>
              <a:rPr lang="en-US" dirty="0" err="1"/>
              <a:t>Opencode</a:t>
            </a:r>
            <a:r>
              <a:rPr lang="en-US" dirty="0"/>
              <a:t> later, now back to Claude Code</a:t>
            </a:r>
          </a:p>
        </p:txBody>
      </p:sp>
      <p:sp>
        <p:nvSpPr>
          <p:cNvPr id="5" name="Subtitle 4">
            <a:extLst>
              <a:ext uri="{FF2B5EF4-FFF2-40B4-BE49-F238E27FC236}">
                <a16:creationId xmlns:a16="http://schemas.microsoft.com/office/drawing/2014/main" id="{DF898FE8-4571-304B-7703-252C8C738F3E}"/>
              </a:ext>
            </a:extLst>
          </p:cNvPr>
          <p:cNvSpPr>
            <a:spLocks noGrp="1"/>
          </p:cNvSpPr>
          <p:nvPr>
            <p:ph type="subTitle" idx="1"/>
          </p:nvPr>
        </p:nvSpPr>
        <p:spPr/>
        <p:txBody>
          <a:bodyPr/>
          <a:lstStyle/>
          <a:p>
            <a:r>
              <a:rPr lang="en-US" dirty="0"/>
              <a:t>Mark Kashef’s </a:t>
            </a:r>
            <a:r>
              <a:rPr lang="en-US" dirty="0" err="1"/>
              <a:t>Youtube</a:t>
            </a:r>
            <a:endParaRPr lang="en-US" dirty="0"/>
          </a:p>
          <a:p>
            <a:r>
              <a:rPr lang="en-US" dirty="0">
                <a:hlinkClick r:id="rId2"/>
              </a:rPr>
              <a:t>https://www.youtube.com/watch?v=A0SV-DExypQ</a:t>
            </a:r>
            <a:endParaRPr lang="en-US" dirty="0"/>
          </a:p>
          <a:p>
            <a:endParaRPr lang="en-US" dirty="0"/>
          </a:p>
        </p:txBody>
      </p:sp>
    </p:spTree>
    <p:extLst>
      <p:ext uri="{BB962C8B-B14F-4D97-AF65-F5344CB8AC3E}">
        <p14:creationId xmlns:p14="http://schemas.microsoft.com/office/powerpoint/2010/main" val="160050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31BA-0CE9-AB94-FFC4-37B5567B4655}"/>
              </a:ext>
            </a:extLst>
          </p:cNvPr>
          <p:cNvSpPr>
            <a:spLocks noGrp="1"/>
          </p:cNvSpPr>
          <p:nvPr>
            <p:ph type="title"/>
          </p:nvPr>
        </p:nvSpPr>
        <p:spPr/>
        <p:txBody>
          <a:bodyPr/>
          <a:lstStyle/>
          <a:p>
            <a:r>
              <a:rPr lang="en-US" dirty="0"/>
              <a:t>Mark mentioned about </a:t>
            </a:r>
            <a:r>
              <a:rPr lang="en-US" dirty="0">
                <a:solidFill>
                  <a:srgbClr val="FF0000"/>
                </a:solidFill>
              </a:rPr>
              <a:t>Framer (build website)</a:t>
            </a:r>
          </a:p>
        </p:txBody>
      </p:sp>
      <p:sp>
        <p:nvSpPr>
          <p:cNvPr id="3" name="Content Placeholder 2">
            <a:extLst>
              <a:ext uri="{FF2B5EF4-FFF2-40B4-BE49-F238E27FC236}">
                <a16:creationId xmlns:a16="http://schemas.microsoft.com/office/drawing/2014/main" id="{493D893D-C274-E04C-D651-881F502CD6E6}"/>
              </a:ext>
            </a:extLst>
          </p:cNvPr>
          <p:cNvSpPr>
            <a:spLocks noGrp="1"/>
          </p:cNvSpPr>
          <p:nvPr>
            <p:ph idx="1"/>
          </p:nvPr>
        </p:nvSpPr>
        <p:spPr/>
        <p:txBody>
          <a:bodyPr/>
          <a:lstStyle/>
          <a:p>
            <a:r>
              <a:rPr lang="en-US" dirty="0"/>
              <a:t>a modern web design tool, allow people to build "really pretty websites very quickly" compared to older platforms like </a:t>
            </a:r>
            <a:r>
              <a:rPr lang="en-US" dirty="0">
                <a:highlight>
                  <a:srgbClr val="FFFF00"/>
                </a:highlight>
              </a:rPr>
              <a:t>Wix</a:t>
            </a:r>
            <a:r>
              <a:rPr lang="en-US" dirty="0"/>
              <a:t>, </a:t>
            </a:r>
            <a:r>
              <a:rPr lang="en-US" dirty="0">
                <a:highlight>
                  <a:srgbClr val="FFFF00"/>
                </a:highlight>
              </a:rPr>
              <a:t>Web</a:t>
            </a:r>
            <a:r>
              <a:rPr lang="en-US" dirty="0"/>
              <a:t> </a:t>
            </a:r>
            <a:r>
              <a:rPr lang="en-US" dirty="0">
                <a:highlight>
                  <a:srgbClr val="FFFF00"/>
                </a:highlight>
              </a:rPr>
              <a:t>flow</a:t>
            </a:r>
            <a:r>
              <a:rPr lang="en-US" dirty="0"/>
              <a:t>, or </a:t>
            </a:r>
            <a:r>
              <a:rPr lang="en-US" dirty="0">
                <a:highlight>
                  <a:srgbClr val="FFFF00"/>
                </a:highlight>
              </a:rPr>
              <a:t>WordPress</a:t>
            </a:r>
            <a:r>
              <a:rPr lang="en-US" dirty="0"/>
              <a:t>, he believes AI tools are creating a similar shift in software development.</a:t>
            </a:r>
          </a:p>
        </p:txBody>
      </p:sp>
    </p:spTree>
    <p:extLst>
      <p:ext uri="{BB962C8B-B14F-4D97-AF65-F5344CB8AC3E}">
        <p14:creationId xmlns:p14="http://schemas.microsoft.com/office/powerpoint/2010/main" val="734299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7899-7C8F-B532-513F-A7FC1681D451}"/>
              </a:ext>
            </a:extLst>
          </p:cNvPr>
          <p:cNvSpPr>
            <a:spLocks noGrp="1"/>
          </p:cNvSpPr>
          <p:nvPr>
            <p:ph type="title"/>
          </p:nvPr>
        </p:nvSpPr>
        <p:spPr/>
        <p:txBody>
          <a:bodyPr/>
          <a:lstStyle/>
          <a:p>
            <a:r>
              <a:rPr lang="en-US" dirty="0"/>
              <a:t>Three Main Pillars of Claude Code</a:t>
            </a:r>
          </a:p>
        </p:txBody>
      </p:sp>
      <p:sp>
        <p:nvSpPr>
          <p:cNvPr id="3" name="Content Placeholder 2">
            <a:extLst>
              <a:ext uri="{FF2B5EF4-FFF2-40B4-BE49-F238E27FC236}">
                <a16:creationId xmlns:a16="http://schemas.microsoft.com/office/drawing/2014/main" id="{6D862F1F-B9CF-8D2F-540D-8AFACF329A68}"/>
              </a:ext>
            </a:extLst>
          </p:cNvPr>
          <p:cNvSpPr>
            <a:spLocks noGrp="1"/>
          </p:cNvSpPr>
          <p:nvPr>
            <p:ph idx="1"/>
          </p:nvPr>
        </p:nvSpPr>
        <p:spPr/>
        <p:txBody>
          <a:bodyPr/>
          <a:lstStyle/>
          <a:p>
            <a:pPr marL="514350" indent="-514350">
              <a:buFont typeface="+mj-lt"/>
              <a:buAutoNum type="arabicPeriod"/>
            </a:pPr>
            <a:r>
              <a:rPr lang="en-US" dirty="0"/>
              <a:t>The Pioneer of </a:t>
            </a:r>
            <a:r>
              <a:rPr lang="en-US" dirty="0">
                <a:highlight>
                  <a:srgbClr val="FFFF00"/>
                </a:highlight>
              </a:rPr>
              <a:t>MCP</a:t>
            </a:r>
            <a:r>
              <a:rPr lang="en-US" dirty="0"/>
              <a:t> (Model Context Protocol)</a:t>
            </a:r>
          </a:p>
          <a:p>
            <a:pPr lvl="1"/>
            <a:r>
              <a:rPr lang="en-US" dirty="0"/>
              <a:t>The "</a:t>
            </a:r>
            <a:r>
              <a:rPr lang="en-US" b="1" dirty="0"/>
              <a:t>Horse of Choice</a:t>
            </a:r>
            <a:r>
              <a:rPr lang="en-US" dirty="0"/>
              <a:t>": He argues that since Anthropic built the </a:t>
            </a:r>
            <a:r>
              <a:rPr lang="en-US" dirty="0">
                <a:solidFill>
                  <a:srgbClr val="FF0000"/>
                </a:solidFill>
              </a:rPr>
              <a:t>infrastructure</a:t>
            </a:r>
            <a:r>
              <a:rPr lang="en-US" dirty="0"/>
              <a:t> that other industry leaders like OpenAI and Gemini are now adopting, they have a natural "home-field advantage" in making it work seamlessly</a:t>
            </a:r>
          </a:p>
          <a:p>
            <a:pPr lvl="1"/>
            <a:r>
              <a:rPr lang="en-US" b="1" dirty="0"/>
              <a:t>Proven Track Record</a:t>
            </a:r>
            <a:r>
              <a:rPr lang="en-US" dirty="0"/>
              <a:t>: He notes that Claude has been one of the "best coding language model providers since day one," giving him higher confidence in their specific terminal-based tool</a:t>
            </a:r>
          </a:p>
          <a:p>
            <a:pPr marL="514350" indent="-514350">
              <a:buFont typeface="+mj-lt"/>
              <a:buAutoNum type="arabicPeriod"/>
            </a:pPr>
            <a:r>
              <a:rPr lang="en-US" dirty="0"/>
              <a:t>Speed and Outcome-Focus: efficient, momentum behind scene</a:t>
            </a:r>
          </a:p>
          <a:p>
            <a:pPr marL="514350" indent="-514350">
              <a:buFont typeface="+mj-lt"/>
              <a:buAutoNum type="arabicPeriod"/>
            </a:pPr>
            <a:r>
              <a:rPr lang="en-US" dirty="0"/>
              <a:t>Ability to build "Production-Level" Software</a:t>
            </a:r>
          </a:p>
        </p:txBody>
      </p:sp>
    </p:spTree>
    <p:extLst>
      <p:ext uri="{BB962C8B-B14F-4D97-AF65-F5344CB8AC3E}">
        <p14:creationId xmlns:p14="http://schemas.microsoft.com/office/powerpoint/2010/main" val="1161611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5F503-7523-3050-B3BE-0E6CCED28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BB69C-5EBC-025D-9065-0EE502567C7D}"/>
              </a:ext>
            </a:extLst>
          </p:cNvPr>
          <p:cNvSpPr>
            <a:spLocks noGrp="1"/>
          </p:cNvSpPr>
          <p:nvPr>
            <p:ph type="title"/>
          </p:nvPr>
        </p:nvSpPr>
        <p:spPr/>
        <p:txBody>
          <a:bodyPr/>
          <a:lstStyle/>
          <a:p>
            <a:r>
              <a:rPr lang="en-US" dirty="0"/>
              <a:t>Mark mentioned about </a:t>
            </a:r>
            <a:r>
              <a:rPr lang="en-US" dirty="0">
                <a:solidFill>
                  <a:srgbClr val="FF0000"/>
                </a:solidFill>
              </a:rPr>
              <a:t>Genspark</a:t>
            </a:r>
            <a:r>
              <a:rPr lang="en-US" dirty="0"/>
              <a:t> </a:t>
            </a:r>
            <a:endParaRPr lang="en-US" dirty="0">
              <a:solidFill>
                <a:srgbClr val="FF0000"/>
              </a:solidFill>
            </a:endParaRPr>
          </a:p>
        </p:txBody>
      </p:sp>
      <p:sp>
        <p:nvSpPr>
          <p:cNvPr id="3" name="Content Placeholder 2">
            <a:extLst>
              <a:ext uri="{FF2B5EF4-FFF2-40B4-BE49-F238E27FC236}">
                <a16:creationId xmlns:a16="http://schemas.microsoft.com/office/drawing/2014/main" id="{373E8CD5-C6D7-1F84-93D3-7738742F7FB9}"/>
              </a:ext>
            </a:extLst>
          </p:cNvPr>
          <p:cNvSpPr>
            <a:spLocks noGrp="1"/>
          </p:cNvSpPr>
          <p:nvPr>
            <p:ph idx="1"/>
          </p:nvPr>
        </p:nvSpPr>
        <p:spPr/>
        <p:txBody>
          <a:bodyPr/>
          <a:lstStyle/>
          <a:p>
            <a:r>
              <a:rPr lang="en-US" dirty="0"/>
              <a:t>beginner-friendly alternative to Claude Code</a:t>
            </a:r>
          </a:p>
          <a:p>
            <a:r>
              <a:rPr lang="en-US" dirty="0"/>
              <a:t>an AI-powered platform that includes a feature called the </a:t>
            </a:r>
            <a:r>
              <a:rPr lang="en-US" b="1" dirty="0"/>
              <a:t>"</a:t>
            </a:r>
            <a:r>
              <a:rPr lang="en-US" b="1" dirty="0">
                <a:solidFill>
                  <a:srgbClr val="FF0000"/>
                </a:solidFill>
              </a:rPr>
              <a:t>AI Developer.</a:t>
            </a:r>
          </a:p>
          <a:p>
            <a:pPr lvl="1"/>
            <a:r>
              <a:rPr lang="en-US" dirty="0">
                <a:highlight>
                  <a:srgbClr val="FFFF00"/>
                </a:highlight>
              </a:rPr>
              <a:t>Vibe-Coding Platform</a:t>
            </a:r>
            <a:r>
              <a:rPr lang="en-US" dirty="0"/>
              <a:t>: It allows you to ask for what you want to build in plain English, much like other platforms.</a:t>
            </a:r>
          </a:p>
          <a:p>
            <a:pPr lvl="1"/>
            <a:r>
              <a:rPr lang="en-US" dirty="0">
                <a:highlight>
                  <a:srgbClr val="FFFF00"/>
                </a:highlight>
              </a:rPr>
              <a:t>Structured Building</a:t>
            </a:r>
            <a:r>
              <a:rPr lang="en-US" dirty="0"/>
              <a:t>: It builds your project using a "to-do list" style similar to Claude Code, helping you see the step-by-step progress.</a:t>
            </a:r>
          </a:p>
          <a:p>
            <a:pPr lvl="1"/>
            <a:r>
              <a:rPr lang="en-US" dirty="0">
                <a:highlight>
                  <a:srgbClr val="FFFF00"/>
                </a:highlight>
              </a:rPr>
              <a:t>Range of Use</a:t>
            </a:r>
            <a:r>
              <a:rPr lang="en-US" dirty="0"/>
              <a:t>: Depending on how complex your project is, it can take you anywhere from 30% to 100% of the way toward a finished application.</a:t>
            </a:r>
          </a:p>
        </p:txBody>
      </p:sp>
    </p:spTree>
    <p:extLst>
      <p:ext uri="{BB962C8B-B14F-4D97-AF65-F5344CB8AC3E}">
        <p14:creationId xmlns:p14="http://schemas.microsoft.com/office/powerpoint/2010/main" val="2442399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BA6558-90FB-BCD6-A9FF-F6C5BFCB7A99}"/>
              </a:ext>
            </a:extLst>
          </p:cNvPr>
          <p:cNvPicPr>
            <a:picLocks noChangeAspect="1"/>
          </p:cNvPicPr>
          <p:nvPr/>
        </p:nvPicPr>
        <p:blipFill>
          <a:blip r:embed="rId2"/>
          <a:stretch>
            <a:fillRect/>
          </a:stretch>
        </p:blipFill>
        <p:spPr>
          <a:xfrm>
            <a:off x="0" y="567316"/>
            <a:ext cx="12192000" cy="5723367"/>
          </a:xfrm>
          <a:prstGeom prst="rect">
            <a:avLst/>
          </a:prstGeom>
        </p:spPr>
      </p:pic>
      <p:sp>
        <p:nvSpPr>
          <p:cNvPr id="6" name="TextBox 5">
            <a:extLst>
              <a:ext uri="{FF2B5EF4-FFF2-40B4-BE49-F238E27FC236}">
                <a16:creationId xmlns:a16="http://schemas.microsoft.com/office/drawing/2014/main" id="{1925AE17-DE40-2C77-CFD3-44D8DD6AEAEF}"/>
              </a:ext>
            </a:extLst>
          </p:cNvPr>
          <p:cNvSpPr txBox="1"/>
          <p:nvPr/>
        </p:nvSpPr>
        <p:spPr>
          <a:xfrm>
            <a:off x="1376855" y="241738"/>
            <a:ext cx="2929520" cy="369332"/>
          </a:xfrm>
          <a:prstGeom prst="rect">
            <a:avLst/>
          </a:prstGeom>
          <a:noFill/>
        </p:spPr>
        <p:txBody>
          <a:bodyPr wrap="none" rtlCol="0">
            <a:spAutoFit/>
          </a:bodyPr>
          <a:lstStyle/>
          <a:p>
            <a:r>
              <a:rPr lang="en-US" dirty="0" err="1"/>
              <a:t>Reginstered</a:t>
            </a:r>
            <a:r>
              <a:rPr lang="en-US" dirty="0"/>
              <a:t> with </a:t>
            </a:r>
            <a:r>
              <a:rPr lang="en-US" dirty="0" err="1"/>
              <a:t>paul.bz.liu</a:t>
            </a:r>
            <a:endParaRPr lang="en-US" dirty="0"/>
          </a:p>
        </p:txBody>
      </p:sp>
    </p:spTree>
    <p:extLst>
      <p:ext uri="{BB962C8B-B14F-4D97-AF65-F5344CB8AC3E}">
        <p14:creationId xmlns:p14="http://schemas.microsoft.com/office/powerpoint/2010/main" val="346299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472925-97A2-92B4-87C0-341BE87F1BEC}"/>
              </a:ext>
            </a:extLst>
          </p:cNvPr>
          <p:cNvPicPr>
            <a:picLocks noChangeAspect="1"/>
          </p:cNvPicPr>
          <p:nvPr/>
        </p:nvPicPr>
        <p:blipFill>
          <a:blip r:embed="rId2"/>
          <a:stretch>
            <a:fillRect/>
          </a:stretch>
        </p:blipFill>
        <p:spPr>
          <a:xfrm>
            <a:off x="0" y="411518"/>
            <a:ext cx="12192000" cy="6034964"/>
          </a:xfrm>
          <a:prstGeom prst="rect">
            <a:avLst/>
          </a:prstGeom>
        </p:spPr>
      </p:pic>
    </p:spTree>
    <p:extLst>
      <p:ext uri="{BB962C8B-B14F-4D97-AF65-F5344CB8AC3E}">
        <p14:creationId xmlns:p14="http://schemas.microsoft.com/office/powerpoint/2010/main" val="3553191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0C2AC9-C387-A514-D536-67AB38A989C3}"/>
              </a:ext>
            </a:extLst>
          </p:cNvPr>
          <p:cNvPicPr>
            <a:picLocks noChangeAspect="1"/>
          </p:cNvPicPr>
          <p:nvPr/>
        </p:nvPicPr>
        <p:blipFill>
          <a:blip r:embed="rId2"/>
          <a:stretch>
            <a:fillRect/>
          </a:stretch>
        </p:blipFill>
        <p:spPr>
          <a:xfrm>
            <a:off x="303891" y="0"/>
            <a:ext cx="3196963" cy="6858000"/>
          </a:xfrm>
          <a:prstGeom prst="rect">
            <a:avLst/>
          </a:prstGeom>
        </p:spPr>
      </p:pic>
      <p:pic>
        <p:nvPicPr>
          <p:cNvPr id="5" name="Picture 4">
            <a:extLst>
              <a:ext uri="{FF2B5EF4-FFF2-40B4-BE49-F238E27FC236}">
                <a16:creationId xmlns:a16="http://schemas.microsoft.com/office/drawing/2014/main" id="{13BB87A4-6B92-932D-62E8-0F5CCEEF2815}"/>
              </a:ext>
            </a:extLst>
          </p:cNvPr>
          <p:cNvPicPr>
            <a:picLocks noChangeAspect="1"/>
          </p:cNvPicPr>
          <p:nvPr/>
        </p:nvPicPr>
        <p:blipFill>
          <a:blip r:embed="rId3"/>
          <a:stretch>
            <a:fillRect/>
          </a:stretch>
        </p:blipFill>
        <p:spPr>
          <a:xfrm>
            <a:off x="3869981" y="810978"/>
            <a:ext cx="8322019" cy="5236043"/>
          </a:xfrm>
          <a:prstGeom prst="rect">
            <a:avLst/>
          </a:prstGeom>
        </p:spPr>
      </p:pic>
      <p:sp>
        <p:nvSpPr>
          <p:cNvPr id="6" name="TextBox 5">
            <a:extLst>
              <a:ext uri="{FF2B5EF4-FFF2-40B4-BE49-F238E27FC236}">
                <a16:creationId xmlns:a16="http://schemas.microsoft.com/office/drawing/2014/main" id="{877BDA5A-0AC8-A9A4-ADD7-0DAF8FE47899}"/>
              </a:ext>
            </a:extLst>
          </p:cNvPr>
          <p:cNvSpPr txBox="1"/>
          <p:nvPr/>
        </p:nvSpPr>
        <p:spPr>
          <a:xfrm>
            <a:off x="4204138" y="336331"/>
            <a:ext cx="1445332" cy="369332"/>
          </a:xfrm>
          <a:prstGeom prst="rect">
            <a:avLst/>
          </a:prstGeom>
          <a:noFill/>
        </p:spPr>
        <p:txBody>
          <a:bodyPr wrap="none" rtlCol="0">
            <a:spAutoFit/>
          </a:bodyPr>
          <a:lstStyle/>
          <a:p>
            <a:r>
              <a:rPr lang="en-US" dirty="0">
                <a:solidFill>
                  <a:srgbClr val="FF0000"/>
                </a:solidFill>
              </a:rPr>
              <a:t>AI Developer</a:t>
            </a:r>
          </a:p>
        </p:txBody>
      </p:sp>
      <p:sp>
        <p:nvSpPr>
          <p:cNvPr id="7" name="Rectangle 6">
            <a:extLst>
              <a:ext uri="{FF2B5EF4-FFF2-40B4-BE49-F238E27FC236}">
                <a16:creationId xmlns:a16="http://schemas.microsoft.com/office/drawing/2014/main" id="{77187F26-E49F-4F54-30D1-725F64F0290D}"/>
              </a:ext>
            </a:extLst>
          </p:cNvPr>
          <p:cNvSpPr/>
          <p:nvPr/>
        </p:nvSpPr>
        <p:spPr>
          <a:xfrm>
            <a:off x="1765738" y="2995449"/>
            <a:ext cx="767255" cy="6306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1487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526-701B-012F-5873-5D6717C9BEC9}"/>
              </a:ext>
            </a:extLst>
          </p:cNvPr>
          <p:cNvSpPr>
            <a:spLocks noGrp="1"/>
          </p:cNvSpPr>
          <p:nvPr>
            <p:ph type="title"/>
          </p:nvPr>
        </p:nvSpPr>
        <p:spPr/>
        <p:txBody>
          <a:bodyPr/>
          <a:lstStyle/>
          <a:p>
            <a:r>
              <a:rPr lang="en-US" dirty="0"/>
              <a:t>Mark also mentioned </a:t>
            </a:r>
            <a:r>
              <a:rPr lang="en-US" dirty="0">
                <a:solidFill>
                  <a:srgbClr val="FF0000"/>
                </a:solidFill>
              </a:rPr>
              <a:t>Claudia</a:t>
            </a:r>
          </a:p>
        </p:txBody>
      </p:sp>
      <p:sp>
        <p:nvSpPr>
          <p:cNvPr id="3" name="Content Placeholder 2">
            <a:extLst>
              <a:ext uri="{FF2B5EF4-FFF2-40B4-BE49-F238E27FC236}">
                <a16:creationId xmlns:a16="http://schemas.microsoft.com/office/drawing/2014/main" id="{F775A262-617F-570C-944C-80CE44E0AF0C}"/>
              </a:ext>
            </a:extLst>
          </p:cNvPr>
          <p:cNvSpPr>
            <a:spLocks noGrp="1"/>
          </p:cNvSpPr>
          <p:nvPr>
            <p:ph idx="1"/>
          </p:nvPr>
        </p:nvSpPr>
        <p:spPr>
          <a:xfrm>
            <a:off x="838200" y="1825625"/>
            <a:ext cx="10515600" cy="4543644"/>
          </a:xfrm>
        </p:spPr>
        <p:txBody>
          <a:bodyPr>
            <a:normAutofit fontScale="77500" lnSpcReduction="20000"/>
          </a:bodyPr>
          <a:lstStyle/>
          <a:p>
            <a:pPr>
              <a:lnSpc>
                <a:spcPct val="120000"/>
              </a:lnSpc>
              <a:spcBef>
                <a:spcPts val="0"/>
              </a:spcBef>
            </a:pPr>
            <a:r>
              <a:rPr lang="en-US" dirty="0"/>
              <a:t>a </a:t>
            </a:r>
            <a:r>
              <a:rPr lang="en-US" b="1" dirty="0"/>
              <a:t>community-created open-source project</a:t>
            </a:r>
            <a:r>
              <a:rPr lang="en-US" dirty="0"/>
              <a:t> that acts as a visual wrapper (or "skin") for Claude Code</a:t>
            </a:r>
          </a:p>
          <a:p>
            <a:pPr>
              <a:lnSpc>
                <a:spcPct val="120000"/>
              </a:lnSpc>
              <a:spcBef>
                <a:spcPts val="0"/>
              </a:spcBef>
            </a:pPr>
            <a:r>
              <a:rPr lang="en-US" dirty="0"/>
              <a:t>designed for people who find the standard Claude Code "terminal" (the black or white command box) too dry or intimidating. It provides a </a:t>
            </a:r>
            <a:r>
              <a:rPr lang="en-US" b="1" dirty="0"/>
              <a:t>chat-like interface</a:t>
            </a:r>
            <a:r>
              <a:rPr lang="en-US" dirty="0"/>
              <a:t> that looks more like a modern website or the standard Claude.ai web experience.</a:t>
            </a:r>
          </a:p>
          <a:p>
            <a:pPr>
              <a:lnSpc>
                <a:spcPct val="120000"/>
              </a:lnSpc>
              <a:spcBef>
                <a:spcPts val="0"/>
              </a:spcBef>
            </a:pPr>
            <a:r>
              <a:rPr lang="en-US" dirty="0"/>
              <a:t>Key Benefits of Claudia:</a:t>
            </a:r>
          </a:p>
          <a:p>
            <a:pPr lvl="1">
              <a:lnSpc>
                <a:spcPct val="120000"/>
              </a:lnSpc>
              <a:spcBef>
                <a:spcPts val="0"/>
              </a:spcBef>
            </a:pPr>
            <a:r>
              <a:rPr lang="en-US" b="1" dirty="0"/>
              <a:t>Visual Controls</a:t>
            </a:r>
            <a:r>
              <a:rPr lang="en-US" dirty="0"/>
              <a:t>: Instead of having to memorize and type textual commands like "think hard," you can simply click buttons to choose your model or set the level of "thinking" for Claude.</a:t>
            </a:r>
          </a:p>
          <a:p>
            <a:pPr lvl="1">
              <a:lnSpc>
                <a:spcPct val="120000"/>
              </a:lnSpc>
              <a:spcBef>
                <a:spcPts val="0"/>
              </a:spcBef>
            </a:pPr>
            <a:r>
              <a:rPr lang="en-US" b="1" dirty="0"/>
              <a:t>Built-in Usage Tracking</a:t>
            </a:r>
            <a:r>
              <a:rPr lang="en-US" dirty="0"/>
              <a:t>: It includes a dashboard where you can visually see how much you have spent on a project, which model is costing the most, and a timeline of your usage.</a:t>
            </a:r>
          </a:p>
          <a:p>
            <a:pPr lvl="1">
              <a:lnSpc>
                <a:spcPct val="120000"/>
              </a:lnSpc>
              <a:spcBef>
                <a:spcPts val="0"/>
              </a:spcBef>
            </a:pPr>
            <a:r>
              <a:rPr lang="en-US" b="1" dirty="0"/>
              <a:t>Agent Management</a:t>
            </a:r>
            <a:r>
              <a:rPr lang="en-US" dirty="0"/>
              <a:t>: It has a dedicated tab for managing your </a:t>
            </a:r>
            <a:r>
              <a:rPr lang="en-US" dirty="0">
                <a:highlight>
                  <a:srgbClr val="FFFF00"/>
                </a:highlight>
              </a:rPr>
              <a:t>AI agents</a:t>
            </a:r>
            <a:r>
              <a:rPr lang="en-US" dirty="0"/>
              <a:t>, allowing you to spin them up or switch between them without using slash commands.</a:t>
            </a:r>
          </a:p>
          <a:p>
            <a:pPr lvl="1">
              <a:lnSpc>
                <a:spcPct val="120000"/>
              </a:lnSpc>
              <a:spcBef>
                <a:spcPts val="0"/>
              </a:spcBef>
            </a:pPr>
            <a:r>
              <a:rPr lang="en-US" b="1" dirty="0"/>
              <a:t>Project History</a:t>
            </a:r>
            <a:r>
              <a:rPr lang="en-US" dirty="0"/>
              <a:t>: It organizes your different projects and sessions into a sidebar so you can easily jump back and forth between them.</a:t>
            </a:r>
          </a:p>
        </p:txBody>
      </p:sp>
    </p:spTree>
    <p:extLst>
      <p:ext uri="{BB962C8B-B14F-4D97-AF65-F5344CB8AC3E}">
        <p14:creationId xmlns:p14="http://schemas.microsoft.com/office/powerpoint/2010/main" val="3238142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1D8557-A06E-7E62-0E6C-0D67AD535250}"/>
              </a:ext>
            </a:extLst>
          </p:cNvPr>
          <p:cNvPicPr>
            <a:picLocks noChangeAspect="1"/>
          </p:cNvPicPr>
          <p:nvPr/>
        </p:nvPicPr>
        <p:blipFill>
          <a:blip r:embed="rId2"/>
          <a:stretch>
            <a:fillRect/>
          </a:stretch>
        </p:blipFill>
        <p:spPr>
          <a:xfrm>
            <a:off x="0" y="185351"/>
            <a:ext cx="12192000" cy="6487297"/>
          </a:xfrm>
          <a:prstGeom prst="rect">
            <a:avLst/>
          </a:prstGeom>
        </p:spPr>
      </p:pic>
    </p:spTree>
    <p:extLst>
      <p:ext uri="{BB962C8B-B14F-4D97-AF65-F5344CB8AC3E}">
        <p14:creationId xmlns:p14="http://schemas.microsoft.com/office/powerpoint/2010/main" val="429001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553720-8F3E-4EB4-9DC6-FB490BE94763}"/>
              </a:ext>
            </a:extLst>
          </p:cNvPr>
          <p:cNvPicPr>
            <a:picLocks noChangeAspect="1"/>
          </p:cNvPicPr>
          <p:nvPr/>
        </p:nvPicPr>
        <p:blipFill>
          <a:blip r:embed="rId2"/>
          <a:stretch>
            <a:fillRect/>
          </a:stretch>
        </p:blipFill>
        <p:spPr>
          <a:xfrm>
            <a:off x="0" y="240392"/>
            <a:ext cx="12192000" cy="6377215"/>
          </a:xfrm>
          <a:prstGeom prst="rect">
            <a:avLst/>
          </a:prstGeom>
        </p:spPr>
      </p:pic>
    </p:spTree>
    <p:extLst>
      <p:ext uri="{BB962C8B-B14F-4D97-AF65-F5344CB8AC3E}">
        <p14:creationId xmlns:p14="http://schemas.microsoft.com/office/powerpoint/2010/main" val="2464524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ED212-4E97-CABF-EB45-C7326AC2E534}"/>
              </a:ext>
            </a:extLst>
          </p:cNvPr>
          <p:cNvSpPr>
            <a:spLocks noGrp="1"/>
          </p:cNvSpPr>
          <p:nvPr>
            <p:ph type="title"/>
          </p:nvPr>
        </p:nvSpPr>
        <p:spPr/>
        <p:txBody>
          <a:bodyPr/>
          <a:lstStyle/>
          <a:p>
            <a:r>
              <a:rPr lang="en-US" dirty="0"/>
              <a:t>What is Claude Code</a:t>
            </a:r>
          </a:p>
        </p:txBody>
      </p:sp>
      <p:pic>
        <p:nvPicPr>
          <p:cNvPr id="5" name="Content Placeholder 4">
            <a:extLst>
              <a:ext uri="{FF2B5EF4-FFF2-40B4-BE49-F238E27FC236}">
                <a16:creationId xmlns:a16="http://schemas.microsoft.com/office/drawing/2014/main" id="{0226EC44-2110-8DEE-2A3E-6BF9E7838D20}"/>
              </a:ext>
            </a:extLst>
          </p:cNvPr>
          <p:cNvPicPr>
            <a:picLocks noGrp="1" noChangeAspect="1"/>
          </p:cNvPicPr>
          <p:nvPr>
            <p:ph idx="1"/>
          </p:nvPr>
        </p:nvPicPr>
        <p:blipFill>
          <a:blip r:embed="rId2"/>
          <a:stretch>
            <a:fillRect/>
          </a:stretch>
        </p:blipFill>
        <p:spPr>
          <a:xfrm>
            <a:off x="124537" y="1885734"/>
            <a:ext cx="3900926" cy="2622199"/>
          </a:xfrm>
          <a:prstGeom prst="rect">
            <a:avLst/>
          </a:prstGeom>
        </p:spPr>
      </p:pic>
      <p:pic>
        <p:nvPicPr>
          <p:cNvPr id="7" name="Picture 6">
            <a:extLst>
              <a:ext uri="{FF2B5EF4-FFF2-40B4-BE49-F238E27FC236}">
                <a16:creationId xmlns:a16="http://schemas.microsoft.com/office/drawing/2014/main" id="{7E03161C-09C4-F843-9824-86AD494AC928}"/>
              </a:ext>
            </a:extLst>
          </p:cNvPr>
          <p:cNvPicPr>
            <a:picLocks noChangeAspect="1"/>
          </p:cNvPicPr>
          <p:nvPr/>
        </p:nvPicPr>
        <p:blipFill>
          <a:blip r:embed="rId3"/>
          <a:stretch>
            <a:fillRect/>
          </a:stretch>
        </p:blipFill>
        <p:spPr>
          <a:xfrm>
            <a:off x="4118076" y="1885734"/>
            <a:ext cx="2929741" cy="2622199"/>
          </a:xfrm>
          <a:prstGeom prst="rect">
            <a:avLst/>
          </a:prstGeom>
        </p:spPr>
      </p:pic>
      <p:pic>
        <p:nvPicPr>
          <p:cNvPr id="9" name="Picture 8">
            <a:extLst>
              <a:ext uri="{FF2B5EF4-FFF2-40B4-BE49-F238E27FC236}">
                <a16:creationId xmlns:a16="http://schemas.microsoft.com/office/drawing/2014/main" id="{41B66A94-E39C-9E62-43D8-6C69782DDFEA}"/>
              </a:ext>
            </a:extLst>
          </p:cNvPr>
          <p:cNvPicPr>
            <a:picLocks noChangeAspect="1"/>
          </p:cNvPicPr>
          <p:nvPr/>
        </p:nvPicPr>
        <p:blipFill>
          <a:blip r:embed="rId4"/>
          <a:stretch>
            <a:fillRect/>
          </a:stretch>
        </p:blipFill>
        <p:spPr>
          <a:xfrm>
            <a:off x="7249045" y="443656"/>
            <a:ext cx="4315427" cy="6049219"/>
          </a:xfrm>
          <a:prstGeom prst="rect">
            <a:avLst/>
          </a:prstGeom>
        </p:spPr>
      </p:pic>
    </p:spTree>
    <p:extLst>
      <p:ext uri="{BB962C8B-B14F-4D97-AF65-F5344CB8AC3E}">
        <p14:creationId xmlns:p14="http://schemas.microsoft.com/office/powerpoint/2010/main" val="3018186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25D7-6C58-ECF5-7979-FD8AA0F622E8}"/>
              </a:ext>
            </a:extLst>
          </p:cNvPr>
          <p:cNvSpPr>
            <a:spLocks noGrp="1"/>
          </p:cNvSpPr>
          <p:nvPr>
            <p:ph type="title"/>
          </p:nvPr>
        </p:nvSpPr>
        <p:spPr/>
        <p:txBody>
          <a:bodyPr/>
          <a:lstStyle/>
          <a:p>
            <a:r>
              <a:rPr lang="en-US" dirty="0"/>
              <a:t>Prerequisite</a:t>
            </a:r>
          </a:p>
        </p:txBody>
      </p:sp>
      <p:pic>
        <p:nvPicPr>
          <p:cNvPr id="5" name="Picture 4">
            <a:extLst>
              <a:ext uri="{FF2B5EF4-FFF2-40B4-BE49-F238E27FC236}">
                <a16:creationId xmlns:a16="http://schemas.microsoft.com/office/drawing/2014/main" id="{FB478F6A-4BB9-2B85-A6AE-BC8E0D3E092B}"/>
              </a:ext>
            </a:extLst>
          </p:cNvPr>
          <p:cNvPicPr>
            <a:picLocks noChangeAspect="1"/>
          </p:cNvPicPr>
          <p:nvPr/>
        </p:nvPicPr>
        <p:blipFill>
          <a:blip r:embed="rId2"/>
          <a:stretch>
            <a:fillRect/>
          </a:stretch>
        </p:blipFill>
        <p:spPr>
          <a:xfrm>
            <a:off x="838200" y="1768492"/>
            <a:ext cx="2688671" cy="2721865"/>
          </a:xfrm>
          <a:prstGeom prst="rect">
            <a:avLst/>
          </a:prstGeom>
        </p:spPr>
      </p:pic>
      <p:pic>
        <p:nvPicPr>
          <p:cNvPr id="7" name="Picture 6">
            <a:extLst>
              <a:ext uri="{FF2B5EF4-FFF2-40B4-BE49-F238E27FC236}">
                <a16:creationId xmlns:a16="http://schemas.microsoft.com/office/drawing/2014/main" id="{FFD26263-9FE4-CFF9-F56D-462537EC2573}"/>
              </a:ext>
            </a:extLst>
          </p:cNvPr>
          <p:cNvPicPr>
            <a:picLocks noChangeAspect="1"/>
          </p:cNvPicPr>
          <p:nvPr/>
        </p:nvPicPr>
        <p:blipFill>
          <a:blip r:embed="rId3"/>
          <a:stretch>
            <a:fillRect/>
          </a:stretch>
        </p:blipFill>
        <p:spPr>
          <a:xfrm>
            <a:off x="4773242" y="1027906"/>
            <a:ext cx="3064231" cy="3421983"/>
          </a:xfrm>
          <a:prstGeom prst="rect">
            <a:avLst/>
          </a:prstGeom>
        </p:spPr>
      </p:pic>
      <p:sp>
        <p:nvSpPr>
          <p:cNvPr id="3" name="Rectangle 2">
            <a:extLst>
              <a:ext uri="{FF2B5EF4-FFF2-40B4-BE49-F238E27FC236}">
                <a16:creationId xmlns:a16="http://schemas.microsoft.com/office/drawing/2014/main" id="{2F375956-2078-5FD6-438F-30FEC95466B9}"/>
              </a:ext>
            </a:extLst>
          </p:cNvPr>
          <p:cNvSpPr/>
          <p:nvPr/>
        </p:nvSpPr>
        <p:spPr>
          <a:xfrm>
            <a:off x="838200" y="4568161"/>
            <a:ext cx="10240926" cy="21303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rPr>
              <a:t>Node.js is a cross-platform, open-source JavaScript runtime environment that allows you to </a:t>
            </a:r>
            <a:r>
              <a:rPr lang="en-US" sz="2400" dirty="0">
                <a:solidFill>
                  <a:srgbClr val="FF0000"/>
                </a:solidFill>
                <a:highlight>
                  <a:srgbClr val="FFFF00"/>
                </a:highlight>
              </a:rPr>
              <a:t>execute JavaScript code on the server side</a:t>
            </a:r>
            <a:r>
              <a:rPr lang="en-US" sz="2400" dirty="0">
                <a:solidFill>
                  <a:schemeClr val="bg1"/>
                </a:solidFill>
              </a:rPr>
              <a:t>, outside of a web browser</a:t>
            </a:r>
          </a:p>
          <a:p>
            <a:r>
              <a:rPr lang="en-US" sz="2000" dirty="0"/>
              <a:t>Originally created by Ryan Dahl in 2009, it is built on </a:t>
            </a:r>
            <a:r>
              <a:rPr lang="en-US" sz="2000" b="1" dirty="0"/>
              <a:t>Google Chrome's V8 JavaScript engine</a:t>
            </a:r>
            <a:r>
              <a:rPr lang="en-US" sz="2000" dirty="0"/>
              <a:t>, which compiles JavaScript directly into native machine code for extremely fast execution</a:t>
            </a:r>
            <a:endParaRPr lang="en-US" sz="2000" dirty="0">
              <a:solidFill>
                <a:schemeClr val="bg1"/>
              </a:solidFill>
            </a:endParaRPr>
          </a:p>
        </p:txBody>
      </p:sp>
    </p:spTree>
    <p:extLst>
      <p:ext uri="{BB962C8B-B14F-4D97-AF65-F5344CB8AC3E}">
        <p14:creationId xmlns:p14="http://schemas.microsoft.com/office/powerpoint/2010/main" val="1478311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25F0-D017-F921-7391-0D7084C5C7D5}"/>
              </a:ext>
            </a:extLst>
          </p:cNvPr>
          <p:cNvSpPr>
            <a:spLocks noGrp="1"/>
          </p:cNvSpPr>
          <p:nvPr>
            <p:ph type="title"/>
          </p:nvPr>
        </p:nvSpPr>
        <p:spPr/>
        <p:txBody>
          <a:bodyPr/>
          <a:lstStyle/>
          <a:p>
            <a:r>
              <a:rPr lang="en-US" dirty="0"/>
              <a:t>Core Architecture of Node.js: How It Works</a:t>
            </a:r>
          </a:p>
        </p:txBody>
      </p:sp>
      <p:sp>
        <p:nvSpPr>
          <p:cNvPr id="3" name="Content Placeholder 2">
            <a:extLst>
              <a:ext uri="{FF2B5EF4-FFF2-40B4-BE49-F238E27FC236}">
                <a16:creationId xmlns:a16="http://schemas.microsoft.com/office/drawing/2014/main" id="{21791CFF-B77B-AC1B-3493-FCA31EC2A7EB}"/>
              </a:ext>
            </a:extLst>
          </p:cNvPr>
          <p:cNvSpPr>
            <a:spLocks noGrp="1"/>
          </p:cNvSpPr>
          <p:nvPr>
            <p:ph idx="1"/>
          </p:nvPr>
        </p:nvSpPr>
        <p:spPr/>
        <p:txBody>
          <a:bodyPr>
            <a:normAutofit fontScale="92500" lnSpcReduction="20000"/>
          </a:bodyPr>
          <a:lstStyle/>
          <a:p>
            <a:pPr marL="0" indent="0">
              <a:buNone/>
            </a:pPr>
            <a:r>
              <a:rPr lang="en-US" dirty="0"/>
              <a:t>Unlike traditional </a:t>
            </a:r>
            <a:r>
              <a:rPr lang="en-US" dirty="0">
                <a:highlight>
                  <a:srgbClr val="FFFF00"/>
                </a:highlight>
              </a:rPr>
              <a:t>web servers </a:t>
            </a:r>
            <a:r>
              <a:rPr lang="en-US" dirty="0"/>
              <a:t>that create a new "thread" (a separate process) for every single user request, Node.js uses a </a:t>
            </a:r>
            <a:r>
              <a:rPr lang="en-US" b="1" dirty="0"/>
              <a:t>Single-Threaded Event Loop</a:t>
            </a:r>
            <a:r>
              <a:rPr lang="en-US" dirty="0"/>
              <a:t> mode</a:t>
            </a:r>
          </a:p>
          <a:p>
            <a:r>
              <a:rPr lang="en-US" b="1" dirty="0"/>
              <a:t>Non-Blocking I/O:</a:t>
            </a:r>
            <a:r>
              <a:rPr lang="en-US" dirty="0"/>
              <a:t> When Node.js performs a task like reading a file or querying a database, it doesn't wait for the task to finish. Instead, it offloads that task to the system and moves on to the next request immediately.</a:t>
            </a:r>
          </a:p>
          <a:p>
            <a:r>
              <a:rPr lang="en-US" b="1" dirty="0"/>
              <a:t>The Event Loop:</a:t>
            </a:r>
            <a:r>
              <a:rPr lang="en-US" dirty="0"/>
              <a:t> This is the "brain" of Node.js. It continuously monitors a queue of completed tasks and triggers "callbacks" (responses) once the data is ready.</a:t>
            </a:r>
          </a:p>
          <a:p>
            <a:r>
              <a:rPr lang="en-US" b="1" dirty="0"/>
              <a:t>Efficiency:</a:t>
            </a:r>
            <a:r>
              <a:rPr lang="en-US" dirty="0"/>
              <a:t> This architecture allows a single Node.js server to handle thousands of concurrent connections simultaneously with very low memory usage.</a:t>
            </a:r>
          </a:p>
          <a:p>
            <a:pPr marL="0" indent="0">
              <a:buNone/>
            </a:pPr>
            <a:endParaRPr lang="en-US" dirty="0"/>
          </a:p>
        </p:txBody>
      </p:sp>
    </p:spTree>
    <p:extLst>
      <p:ext uri="{BB962C8B-B14F-4D97-AF65-F5344CB8AC3E}">
        <p14:creationId xmlns:p14="http://schemas.microsoft.com/office/powerpoint/2010/main" val="800802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C790-0A9E-0815-3ED5-5DEA0C44B79D}"/>
              </a:ext>
            </a:extLst>
          </p:cNvPr>
          <p:cNvSpPr>
            <a:spLocks noGrp="1"/>
          </p:cNvSpPr>
          <p:nvPr>
            <p:ph type="title"/>
          </p:nvPr>
        </p:nvSpPr>
        <p:spPr/>
        <p:txBody>
          <a:bodyPr/>
          <a:lstStyle/>
          <a:p>
            <a:r>
              <a:rPr lang="en-US" dirty="0"/>
              <a:t>Key Features of Node.js</a:t>
            </a:r>
          </a:p>
        </p:txBody>
      </p:sp>
      <p:sp>
        <p:nvSpPr>
          <p:cNvPr id="3" name="Content Placeholder 2">
            <a:extLst>
              <a:ext uri="{FF2B5EF4-FFF2-40B4-BE49-F238E27FC236}">
                <a16:creationId xmlns:a16="http://schemas.microsoft.com/office/drawing/2014/main" id="{027C456D-F553-F684-239E-CDA0F4ED9C2A}"/>
              </a:ext>
            </a:extLst>
          </p:cNvPr>
          <p:cNvSpPr>
            <a:spLocks noGrp="1"/>
          </p:cNvSpPr>
          <p:nvPr>
            <p:ph idx="1"/>
          </p:nvPr>
        </p:nvSpPr>
        <p:spPr/>
        <p:txBody>
          <a:bodyPr>
            <a:normAutofit fontScale="92500" lnSpcReduction="10000"/>
          </a:bodyPr>
          <a:lstStyle/>
          <a:p>
            <a:r>
              <a:rPr lang="en-US" b="1" dirty="0"/>
              <a:t>Unified Language:</a:t>
            </a:r>
            <a:r>
              <a:rPr lang="en-US" dirty="0"/>
              <a:t> You can use JavaScript for both the </a:t>
            </a:r>
            <a:r>
              <a:rPr lang="en-US" b="1" dirty="0"/>
              <a:t>frontend</a:t>
            </a:r>
            <a:r>
              <a:rPr lang="en-US" dirty="0"/>
              <a:t> (browser) and the </a:t>
            </a:r>
            <a:r>
              <a:rPr lang="en-US" b="1" dirty="0"/>
              <a:t>backend</a:t>
            </a:r>
            <a:r>
              <a:rPr lang="en-US" dirty="0"/>
              <a:t> (server), which simplifies development and code sharing.</a:t>
            </a:r>
          </a:p>
          <a:p>
            <a:r>
              <a:rPr lang="en-US" b="1" dirty="0"/>
              <a:t>Vast Ecosystem (</a:t>
            </a:r>
            <a:r>
              <a:rPr lang="en-US" b="1" dirty="0">
                <a:solidFill>
                  <a:srgbClr val="FF0000"/>
                </a:solidFill>
              </a:rPr>
              <a:t>NPM</a:t>
            </a:r>
            <a:r>
              <a:rPr lang="en-US" b="1" dirty="0"/>
              <a:t>):</a:t>
            </a:r>
            <a:r>
              <a:rPr lang="en-US" dirty="0"/>
              <a:t> Node comes with </a:t>
            </a:r>
            <a:r>
              <a:rPr lang="en-US" b="1" dirty="0"/>
              <a:t>NPM (</a:t>
            </a:r>
            <a:r>
              <a:rPr lang="en-US" b="1" dirty="0">
                <a:solidFill>
                  <a:srgbClr val="FF0000"/>
                </a:solidFill>
              </a:rPr>
              <a:t>Node Package Manager</a:t>
            </a:r>
            <a:r>
              <a:rPr lang="en-US" b="1" dirty="0"/>
              <a:t>)</a:t>
            </a:r>
            <a:r>
              <a:rPr lang="en-US" dirty="0"/>
              <a:t>, the world's largest registry of open-source libraries, allowing you to easily add pre-built features to your app</a:t>
            </a:r>
          </a:p>
          <a:p>
            <a:r>
              <a:rPr lang="en-US" b="1" dirty="0"/>
              <a:t>System Access:</a:t>
            </a:r>
            <a:r>
              <a:rPr lang="en-US" dirty="0"/>
              <a:t> Unlike browser JavaScript, </a:t>
            </a:r>
            <a:r>
              <a:rPr lang="en-US" dirty="0">
                <a:highlight>
                  <a:srgbClr val="FFFF00"/>
                </a:highlight>
              </a:rPr>
              <a:t>Node.js can directly access your computer's </a:t>
            </a:r>
            <a:r>
              <a:rPr lang="en-US" b="1" dirty="0">
                <a:highlight>
                  <a:srgbClr val="FFFF00"/>
                </a:highlight>
              </a:rPr>
              <a:t>file system</a:t>
            </a:r>
            <a:r>
              <a:rPr lang="en-US" dirty="0"/>
              <a:t>, manage network connections, and interact with operating system hardware.</a:t>
            </a:r>
          </a:p>
          <a:p>
            <a:r>
              <a:rPr lang="en-US" b="1" dirty="0"/>
              <a:t>Native TypeScript Support:</a:t>
            </a:r>
            <a:r>
              <a:rPr lang="en-US" dirty="0"/>
              <a:t> From version 22.6.0 onwards, Node.js can execute TypeScript files directly without needing a separate compilation step</a:t>
            </a:r>
          </a:p>
        </p:txBody>
      </p:sp>
    </p:spTree>
    <p:extLst>
      <p:ext uri="{BB962C8B-B14F-4D97-AF65-F5344CB8AC3E}">
        <p14:creationId xmlns:p14="http://schemas.microsoft.com/office/powerpoint/2010/main" val="4165187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90A9-C462-0FEC-6982-B25E9303ED56}"/>
              </a:ext>
            </a:extLst>
          </p:cNvPr>
          <p:cNvSpPr>
            <a:spLocks noGrp="1"/>
          </p:cNvSpPr>
          <p:nvPr>
            <p:ph type="title"/>
          </p:nvPr>
        </p:nvSpPr>
        <p:spPr/>
        <p:txBody>
          <a:bodyPr/>
          <a:lstStyle/>
          <a:p>
            <a:r>
              <a:rPr lang="en-US" dirty="0"/>
              <a:t>Common Use Case</a:t>
            </a:r>
          </a:p>
        </p:txBody>
      </p:sp>
      <p:sp>
        <p:nvSpPr>
          <p:cNvPr id="3" name="Content Placeholder 2">
            <a:extLst>
              <a:ext uri="{FF2B5EF4-FFF2-40B4-BE49-F238E27FC236}">
                <a16:creationId xmlns:a16="http://schemas.microsoft.com/office/drawing/2014/main" id="{32A1861F-20CE-89B4-DB7D-6D9078BF4E60}"/>
              </a:ext>
            </a:extLst>
          </p:cNvPr>
          <p:cNvSpPr>
            <a:spLocks noGrp="1"/>
          </p:cNvSpPr>
          <p:nvPr>
            <p:ph idx="1"/>
          </p:nvPr>
        </p:nvSpPr>
        <p:spPr/>
        <p:txBody>
          <a:bodyPr>
            <a:normAutofit lnSpcReduction="10000"/>
          </a:bodyPr>
          <a:lstStyle/>
          <a:p>
            <a:pPr marL="0" indent="0">
              <a:buNone/>
            </a:pPr>
            <a:r>
              <a:rPr lang="en-US" dirty="0"/>
              <a:t>Node.js is the preferred choice for applications that require high performance and real-time updates:</a:t>
            </a:r>
          </a:p>
          <a:p>
            <a:r>
              <a:rPr lang="en-US" b="1" dirty="0"/>
              <a:t>Real-Time Apps:</a:t>
            </a:r>
            <a:r>
              <a:rPr lang="en-US" dirty="0"/>
              <a:t> Chat applications (like WhatsApp), online gaming, and collaboration tools (like Google Docs).</a:t>
            </a:r>
          </a:p>
          <a:p>
            <a:r>
              <a:rPr lang="en-US" b="1" dirty="0"/>
              <a:t>Streaming Services:</a:t>
            </a:r>
            <a:r>
              <a:rPr lang="en-US" dirty="0"/>
              <a:t> Platforms like </a:t>
            </a:r>
            <a:r>
              <a:rPr lang="en-US" b="1" dirty="0"/>
              <a:t>Netflix</a:t>
            </a:r>
            <a:r>
              <a:rPr lang="en-US" dirty="0"/>
              <a:t> use Node.js to handle massive data streams efficiently.</a:t>
            </a:r>
          </a:p>
          <a:p>
            <a:r>
              <a:rPr lang="en-US" b="1" dirty="0"/>
              <a:t>APIs and Microservices:</a:t>
            </a:r>
            <a:r>
              <a:rPr lang="en-US" dirty="0"/>
              <a:t> It is ideal for building fast </a:t>
            </a:r>
            <a:r>
              <a:rPr lang="en-US" dirty="0">
                <a:solidFill>
                  <a:srgbClr val="FF0000"/>
                </a:solidFill>
              </a:rPr>
              <a:t>RESTful</a:t>
            </a:r>
            <a:r>
              <a:rPr lang="en-US" dirty="0"/>
              <a:t> or </a:t>
            </a:r>
            <a:r>
              <a:rPr lang="en-US" dirty="0" err="1">
                <a:solidFill>
                  <a:srgbClr val="FF0000"/>
                </a:solidFill>
              </a:rPr>
              <a:t>GraphQL</a:t>
            </a:r>
            <a:r>
              <a:rPr lang="en-US" dirty="0"/>
              <a:t> APIs that </a:t>
            </a:r>
            <a:r>
              <a:rPr lang="en-US" dirty="0">
                <a:highlight>
                  <a:srgbClr val="FFFF00"/>
                </a:highlight>
              </a:rPr>
              <a:t>power modern mobile and web apps</a:t>
            </a:r>
            <a:r>
              <a:rPr lang="en-US" dirty="0"/>
              <a:t>.</a:t>
            </a:r>
          </a:p>
          <a:p>
            <a:r>
              <a:rPr lang="en-US" b="1" dirty="0"/>
              <a:t>IoT (Internet of Things):</a:t>
            </a:r>
            <a:r>
              <a:rPr lang="en-US" dirty="0"/>
              <a:t> Its low resource usage makes it perfect for managing data from thousands of connected sensors</a:t>
            </a:r>
          </a:p>
        </p:txBody>
      </p:sp>
    </p:spTree>
    <p:extLst>
      <p:ext uri="{BB962C8B-B14F-4D97-AF65-F5344CB8AC3E}">
        <p14:creationId xmlns:p14="http://schemas.microsoft.com/office/powerpoint/2010/main" val="4196072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923B-FD4F-CF4C-4DDD-31411E93A9EF}"/>
              </a:ext>
            </a:extLst>
          </p:cNvPr>
          <p:cNvSpPr>
            <a:spLocks noGrp="1"/>
          </p:cNvSpPr>
          <p:nvPr>
            <p:ph type="title"/>
          </p:nvPr>
        </p:nvSpPr>
        <p:spPr/>
        <p:txBody>
          <a:bodyPr/>
          <a:lstStyle/>
          <a:p>
            <a:r>
              <a:rPr lang="en-US" dirty="0"/>
              <a:t>Browser JavaScript vs. Node.js</a:t>
            </a:r>
          </a:p>
        </p:txBody>
      </p:sp>
      <p:graphicFrame>
        <p:nvGraphicFramePr>
          <p:cNvPr id="4" name="Content Placeholder 3">
            <a:extLst>
              <a:ext uri="{FF2B5EF4-FFF2-40B4-BE49-F238E27FC236}">
                <a16:creationId xmlns:a16="http://schemas.microsoft.com/office/drawing/2014/main" id="{BDA2AF87-3280-736E-1E61-46F92915A22D}"/>
              </a:ext>
            </a:extLst>
          </p:cNvPr>
          <p:cNvGraphicFramePr>
            <a:graphicFrameLocks noGrp="1"/>
          </p:cNvGraphicFramePr>
          <p:nvPr>
            <p:ph idx="1"/>
          </p:nvPr>
        </p:nvGraphicFramePr>
        <p:xfrm>
          <a:off x="838200" y="2934494"/>
          <a:ext cx="10515600" cy="2133600"/>
        </p:xfrm>
        <a:graphic>
          <a:graphicData uri="http://schemas.openxmlformats.org/drawingml/2006/table">
            <a:tbl>
              <a:tblPr/>
              <a:tblGrid>
                <a:gridCol w="3505200">
                  <a:extLst>
                    <a:ext uri="{9D8B030D-6E8A-4147-A177-3AD203B41FA5}">
                      <a16:colId xmlns:a16="http://schemas.microsoft.com/office/drawing/2014/main" val="250297006"/>
                    </a:ext>
                  </a:extLst>
                </a:gridCol>
                <a:gridCol w="3505200">
                  <a:extLst>
                    <a:ext uri="{9D8B030D-6E8A-4147-A177-3AD203B41FA5}">
                      <a16:colId xmlns:a16="http://schemas.microsoft.com/office/drawing/2014/main" val="196295465"/>
                    </a:ext>
                  </a:extLst>
                </a:gridCol>
                <a:gridCol w="3505200">
                  <a:extLst>
                    <a:ext uri="{9D8B030D-6E8A-4147-A177-3AD203B41FA5}">
                      <a16:colId xmlns:a16="http://schemas.microsoft.com/office/drawing/2014/main" val="1861231870"/>
                    </a:ext>
                  </a:extLst>
                </a:gridCol>
              </a:tblGrid>
              <a:tr h="0">
                <a:tc>
                  <a:txBody>
                    <a:bodyPr/>
                    <a:lstStyle/>
                    <a:p>
                      <a:pPr rtl="0">
                        <a:buNone/>
                      </a:pPr>
                      <a:r>
                        <a:rPr lang="en-US" b="1">
                          <a:solidFill>
                            <a:srgbClr val="1F1F1F"/>
                          </a:solidFill>
                          <a:effectLst/>
                          <a:latin typeface="Google Sans Text"/>
                        </a:rPr>
                        <a:t>Feature</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Browser JavaScript</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Node.js</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66241688"/>
                  </a:ext>
                </a:extLst>
              </a:tr>
              <a:tr h="0">
                <a:tc>
                  <a:txBody>
                    <a:bodyPr/>
                    <a:lstStyle/>
                    <a:p>
                      <a:pPr rtl="0">
                        <a:buNone/>
                      </a:pPr>
                      <a:r>
                        <a:rPr lang="en-US" b="1">
                          <a:solidFill>
                            <a:srgbClr val="1F1F1F"/>
                          </a:solidFill>
                          <a:effectLst/>
                          <a:latin typeface="Google Sans Text"/>
                        </a:rPr>
                        <a:t>Global Object</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444746"/>
                          </a:solidFill>
                          <a:effectLst/>
                          <a:latin typeface="Google Sans Text"/>
                        </a:rPr>
                        <a:t>window</a:t>
                      </a:r>
                      <a:endParaRPr lang="en-US"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444746"/>
                          </a:solidFill>
                          <a:effectLst/>
                          <a:latin typeface="Google Sans Text"/>
                        </a:rPr>
                        <a:t>global</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82026190"/>
                  </a:ext>
                </a:extLst>
              </a:tr>
              <a:tr h="0">
                <a:tc>
                  <a:txBody>
                    <a:bodyPr/>
                    <a:lstStyle/>
                    <a:p>
                      <a:pPr rtl="0">
                        <a:buNone/>
                      </a:pPr>
                      <a:r>
                        <a:rPr lang="en-US" b="1">
                          <a:solidFill>
                            <a:srgbClr val="1F1F1F"/>
                          </a:solidFill>
                          <a:effectLst/>
                          <a:latin typeface="Google Sans Text"/>
                        </a:rPr>
                        <a:t>DOM Access</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Yes (can change HTML/CSS)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 (runs in a terminal)</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2958053"/>
                  </a:ext>
                </a:extLst>
              </a:tr>
              <a:tr h="0">
                <a:tc>
                  <a:txBody>
                    <a:bodyPr/>
                    <a:lstStyle/>
                    <a:p>
                      <a:pPr rtl="0">
                        <a:buNone/>
                      </a:pPr>
                      <a:r>
                        <a:rPr lang="en-US" b="1">
                          <a:solidFill>
                            <a:srgbClr val="1F1F1F"/>
                          </a:solidFill>
                          <a:effectLst/>
                          <a:latin typeface="Google Sans Text"/>
                        </a:rPr>
                        <a:t>File System</a:t>
                      </a:r>
                      <a:r>
                        <a:rPr lang="en-US" b="1" baseline="30000">
                          <a:solidFill>
                            <a:srgbClr val="444746"/>
                          </a:solidFill>
                          <a:effectLst/>
                          <a:latin typeface="Google Sans Text"/>
                        </a:rPr>
                        <a:t>16</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 (for security reasons)</a:t>
                      </a:r>
                      <a:r>
                        <a:rPr lang="en-US" baseline="30000">
                          <a:solidFill>
                            <a:srgbClr val="444746"/>
                          </a:solidFill>
                          <a:effectLst/>
                          <a:latin typeface="Google Sans Text"/>
                        </a:rPr>
                        <a:t>17</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Yes (full read/write access)</a:t>
                      </a:r>
                      <a:r>
                        <a:rPr lang="en-US" baseline="30000">
                          <a:solidFill>
                            <a:srgbClr val="444746"/>
                          </a:solidFill>
                          <a:effectLst/>
                          <a:latin typeface="Google Sans Text"/>
                        </a:rPr>
                        <a:t>18</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6468311"/>
                  </a:ext>
                </a:extLst>
              </a:tr>
              <a:tr h="0">
                <a:tc>
                  <a:txBody>
                    <a:bodyPr/>
                    <a:lstStyle/>
                    <a:p>
                      <a:pPr rtl="0">
                        <a:buNone/>
                      </a:pPr>
                      <a:r>
                        <a:rPr lang="en-US" b="1">
                          <a:solidFill>
                            <a:srgbClr val="1F1F1F"/>
                          </a:solidFill>
                          <a:effectLst/>
                          <a:latin typeface="Google Sans Text"/>
                        </a:rPr>
                        <a:t>API Support</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Fetch, Geolocation, Canvas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FS, Path, HTTP, OS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8976810"/>
                  </a:ext>
                </a:extLst>
              </a:tr>
            </a:tbl>
          </a:graphicData>
        </a:graphic>
      </p:graphicFrame>
    </p:spTree>
    <p:extLst>
      <p:ext uri="{BB962C8B-B14F-4D97-AF65-F5344CB8AC3E}">
        <p14:creationId xmlns:p14="http://schemas.microsoft.com/office/powerpoint/2010/main" val="2215163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EC869-7D48-9B6E-D0AF-FB2F2DFD3D67}"/>
              </a:ext>
            </a:extLst>
          </p:cNvPr>
          <p:cNvSpPr>
            <a:spLocks noGrp="1"/>
          </p:cNvSpPr>
          <p:nvPr>
            <p:ph type="title"/>
          </p:nvPr>
        </p:nvSpPr>
        <p:spPr/>
        <p:txBody>
          <a:bodyPr/>
          <a:lstStyle/>
          <a:p>
            <a:r>
              <a:rPr lang="en-US" dirty="0"/>
              <a:t>Concept of Codebase</a:t>
            </a:r>
          </a:p>
        </p:txBody>
      </p:sp>
      <p:sp>
        <p:nvSpPr>
          <p:cNvPr id="3" name="Content Placeholder 2">
            <a:extLst>
              <a:ext uri="{FF2B5EF4-FFF2-40B4-BE49-F238E27FC236}">
                <a16:creationId xmlns:a16="http://schemas.microsoft.com/office/drawing/2014/main" id="{80A0F448-CBF7-8934-1BFC-DFE7BC28E268}"/>
              </a:ext>
            </a:extLst>
          </p:cNvPr>
          <p:cNvSpPr>
            <a:spLocks noGrp="1"/>
          </p:cNvSpPr>
          <p:nvPr>
            <p:ph idx="1"/>
          </p:nvPr>
        </p:nvSpPr>
        <p:spPr>
          <a:xfrm>
            <a:off x="838200" y="1439916"/>
            <a:ext cx="10515600" cy="5318235"/>
          </a:xfrm>
        </p:spPr>
        <p:txBody>
          <a:bodyPr>
            <a:normAutofit fontScale="92500" lnSpcReduction="20000"/>
          </a:bodyPr>
          <a:lstStyle/>
          <a:p>
            <a:r>
              <a:rPr lang="en-US" dirty="0"/>
              <a:t>a </a:t>
            </a:r>
            <a:r>
              <a:rPr lang="en-US" b="1" dirty="0"/>
              <a:t>codebase</a:t>
            </a:r>
            <a:r>
              <a:rPr lang="en-US" dirty="0"/>
              <a:t> is simply the </a:t>
            </a:r>
            <a:r>
              <a:rPr lang="en-US" dirty="0">
                <a:highlight>
                  <a:srgbClr val="FFFF00"/>
                </a:highlight>
              </a:rPr>
              <a:t>complete collection </a:t>
            </a:r>
            <a:r>
              <a:rPr lang="en-US" dirty="0"/>
              <a:t>of all the files, scripts, and documentation that make up a software project.</a:t>
            </a:r>
          </a:p>
          <a:p>
            <a:r>
              <a:rPr lang="en-US" dirty="0"/>
              <a:t>In regular life, you might just call it a "folder." However, in the context of Claude Code, the term "codebase" implies a deeper level of understanding:</a:t>
            </a:r>
          </a:p>
          <a:p>
            <a:pPr lvl="1"/>
            <a:r>
              <a:rPr lang="en-US" b="1" dirty="0">
                <a:highlight>
                  <a:srgbClr val="FFFF00"/>
                </a:highlight>
              </a:rPr>
              <a:t>Standard AI</a:t>
            </a:r>
            <a:r>
              <a:rPr lang="en-US" dirty="0"/>
              <a:t>: If you use the </a:t>
            </a:r>
            <a:r>
              <a:rPr lang="en-US" dirty="0">
                <a:solidFill>
                  <a:srgbClr val="FF0000"/>
                </a:solidFill>
              </a:rPr>
              <a:t>Claude.ai website</a:t>
            </a:r>
            <a:r>
              <a:rPr lang="en-US" dirty="0"/>
              <a:t>, it only knows about the single file or snippet you copy-paste. It has no "memory" of the other files in your folder.</a:t>
            </a:r>
          </a:p>
          <a:p>
            <a:pPr lvl="1"/>
            <a:r>
              <a:rPr lang="en-US" b="1" dirty="0">
                <a:highlight>
                  <a:srgbClr val="FFFF00"/>
                </a:highlight>
              </a:rPr>
              <a:t>Codebase-Aware AI</a:t>
            </a:r>
            <a:r>
              <a:rPr lang="en-US" dirty="0"/>
              <a:t> (</a:t>
            </a:r>
            <a:r>
              <a:rPr lang="en-US" dirty="0">
                <a:solidFill>
                  <a:srgbClr val="FF0000"/>
                </a:solidFill>
              </a:rPr>
              <a:t>Claude Code</a:t>
            </a:r>
            <a:r>
              <a:rPr lang="en-US" dirty="0"/>
              <a:t>): Because Claude Code runs in your terminal, it can "see" every file in your project. It understands how a change in File A might break something in File B.</a:t>
            </a:r>
          </a:p>
          <a:p>
            <a:r>
              <a:rPr lang="en-US" dirty="0"/>
              <a:t>Mark emphasizes the codebase because Claude Code's biggest strength is its ability to </a:t>
            </a:r>
            <a:r>
              <a:rPr lang="en-US" b="1" dirty="0"/>
              <a:t>analyze the whole project context</a:t>
            </a:r>
            <a:r>
              <a:rPr lang="en-US" dirty="0"/>
              <a:t>. </a:t>
            </a:r>
          </a:p>
          <a:p>
            <a:pPr lvl="1"/>
            <a:r>
              <a:rPr lang="en-US" b="1" dirty="0"/>
              <a:t>Context</a:t>
            </a:r>
            <a:r>
              <a:rPr lang="en-US" dirty="0"/>
              <a:t>: Claude understands your project's architecture (how it's built) and your specific coding style.</a:t>
            </a:r>
          </a:p>
          <a:p>
            <a:pPr lvl="1"/>
            <a:r>
              <a:rPr lang="en-US" b="1" dirty="0"/>
              <a:t>Safety</a:t>
            </a:r>
            <a:r>
              <a:rPr lang="en-US" dirty="0"/>
              <a:t>: Before making a change, Claude scans the codebase to ensure it follows your existing rules (like those in your </a:t>
            </a:r>
            <a:r>
              <a:rPr lang="en-US" dirty="0">
                <a:solidFill>
                  <a:srgbClr val="FF0000"/>
                </a:solidFill>
              </a:rPr>
              <a:t>CLAUDE.md </a:t>
            </a:r>
            <a:r>
              <a:rPr lang="en-US" dirty="0"/>
              <a:t>file).</a:t>
            </a:r>
          </a:p>
          <a:p>
            <a:pPr lvl="1"/>
            <a:r>
              <a:rPr lang="en-US" b="1" dirty="0"/>
              <a:t>Efficiency</a:t>
            </a:r>
            <a:r>
              <a:rPr lang="en-US" dirty="0"/>
              <a:t>: You can ask questions like "Where is the login logic handled in this codebase?" and Claude will find the exact file for you.</a:t>
            </a:r>
          </a:p>
        </p:txBody>
      </p:sp>
    </p:spTree>
    <p:extLst>
      <p:ext uri="{BB962C8B-B14F-4D97-AF65-F5344CB8AC3E}">
        <p14:creationId xmlns:p14="http://schemas.microsoft.com/office/powerpoint/2010/main" val="39838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6B11-5868-8A25-1393-09019EF43EF1}"/>
              </a:ext>
            </a:extLst>
          </p:cNvPr>
          <p:cNvSpPr>
            <a:spLocks noGrp="1"/>
          </p:cNvSpPr>
          <p:nvPr>
            <p:ph type="title"/>
          </p:nvPr>
        </p:nvSpPr>
        <p:spPr/>
        <p:txBody>
          <a:bodyPr/>
          <a:lstStyle/>
          <a:p>
            <a:r>
              <a:rPr lang="en-US" dirty="0"/>
              <a:t>Installation</a:t>
            </a:r>
          </a:p>
        </p:txBody>
      </p:sp>
      <p:pic>
        <p:nvPicPr>
          <p:cNvPr id="5" name="Picture 4">
            <a:extLst>
              <a:ext uri="{FF2B5EF4-FFF2-40B4-BE49-F238E27FC236}">
                <a16:creationId xmlns:a16="http://schemas.microsoft.com/office/drawing/2014/main" id="{89FECB7B-8CCF-E311-5A86-3352F9A0B820}"/>
              </a:ext>
            </a:extLst>
          </p:cNvPr>
          <p:cNvPicPr>
            <a:picLocks noChangeAspect="1"/>
          </p:cNvPicPr>
          <p:nvPr/>
        </p:nvPicPr>
        <p:blipFill>
          <a:blip r:embed="rId2"/>
          <a:stretch>
            <a:fillRect/>
          </a:stretch>
        </p:blipFill>
        <p:spPr>
          <a:xfrm>
            <a:off x="1463765" y="1504181"/>
            <a:ext cx="8907118" cy="1600423"/>
          </a:xfrm>
          <a:prstGeom prst="rect">
            <a:avLst/>
          </a:prstGeom>
        </p:spPr>
      </p:pic>
      <p:pic>
        <p:nvPicPr>
          <p:cNvPr id="7" name="Picture 6">
            <a:extLst>
              <a:ext uri="{FF2B5EF4-FFF2-40B4-BE49-F238E27FC236}">
                <a16:creationId xmlns:a16="http://schemas.microsoft.com/office/drawing/2014/main" id="{17314B03-AC54-69B3-69CA-79891BF5B2D6}"/>
              </a:ext>
            </a:extLst>
          </p:cNvPr>
          <p:cNvPicPr>
            <a:picLocks noChangeAspect="1"/>
          </p:cNvPicPr>
          <p:nvPr/>
        </p:nvPicPr>
        <p:blipFill>
          <a:blip r:embed="rId3"/>
          <a:stretch>
            <a:fillRect/>
          </a:stretch>
        </p:blipFill>
        <p:spPr>
          <a:xfrm>
            <a:off x="1985389" y="3033567"/>
            <a:ext cx="6037382" cy="3791728"/>
          </a:xfrm>
          <a:prstGeom prst="rect">
            <a:avLst/>
          </a:prstGeom>
        </p:spPr>
      </p:pic>
    </p:spTree>
    <p:extLst>
      <p:ext uri="{BB962C8B-B14F-4D97-AF65-F5344CB8AC3E}">
        <p14:creationId xmlns:p14="http://schemas.microsoft.com/office/powerpoint/2010/main" val="787671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41DE-6737-AE70-0BC0-56928D08AB22}"/>
              </a:ext>
            </a:extLst>
          </p:cNvPr>
          <p:cNvSpPr>
            <a:spLocks noGrp="1"/>
          </p:cNvSpPr>
          <p:nvPr>
            <p:ph type="title"/>
          </p:nvPr>
        </p:nvSpPr>
        <p:spPr/>
        <p:txBody>
          <a:bodyPr/>
          <a:lstStyle/>
          <a:p>
            <a:r>
              <a:rPr lang="en-US" dirty="0"/>
              <a:t>Download and Install Cursor</a:t>
            </a:r>
          </a:p>
        </p:txBody>
      </p:sp>
      <p:pic>
        <p:nvPicPr>
          <p:cNvPr id="5" name="Picture 4">
            <a:extLst>
              <a:ext uri="{FF2B5EF4-FFF2-40B4-BE49-F238E27FC236}">
                <a16:creationId xmlns:a16="http://schemas.microsoft.com/office/drawing/2014/main" id="{12BC6562-8FC7-C642-84BC-C351E92F8A35}"/>
              </a:ext>
            </a:extLst>
          </p:cNvPr>
          <p:cNvPicPr>
            <a:picLocks noChangeAspect="1"/>
          </p:cNvPicPr>
          <p:nvPr/>
        </p:nvPicPr>
        <p:blipFill>
          <a:blip r:embed="rId2"/>
          <a:stretch>
            <a:fillRect/>
          </a:stretch>
        </p:blipFill>
        <p:spPr>
          <a:xfrm>
            <a:off x="988767" y="1690688"/>
            <a:ext cx="8592749" cy="2791215"/>
          </a:xfrm>
          <a:prstGeom prst="rect">
            <a:avLst/>
          </a:prstGeom>
        </p:spPr>
      </p:pic>
      <p:pic>
        <p:nvPicPr>
          <p:cNvPr id="7" name="Picture 6">
            <a:extLst>
              <a:ext uri="{FF2B5EF4-FFF2-40B4-BE49-F238E27FC236}">
                <a16:creationId xmlns:a16="http://schemas.microsoft.com/office/drawing/2014/main" id="{9A06A9D0-0E9C-5D7A-7097-04B938FB1407}"/>
              </a:ext>
            </a:extLst>
          </p:cNvPr>
          <p:cNvPicPr>
            <a:picLocks noChangeAspect="1"/>
          </p:cNvPicPr>
          <p:nvPr/>
        </p:nvPicPr>
        <p:blipFill>
          <a:blip r:embed="rId3"/>
          <a:stretch>
            <a:fillRect/>
          </a:stretch>
        </p:blipFill>
        <p:spPr>
          <a:xfrm>
            <a:off x="1279168" y="5202544"/>
            <a:ext cx="2467319" cy="1209844"/>
          </a:xfrm>
          <a:prstGeom prst="rect">
            <a:avLst/>
          </a:prstGeom>
        </p:spPr>
      </p:pic>
    </p:spTree>
    <p:extLst>
      <p:ext uri="{BB962C8B-B14F-4D97-AF65-F5344CB8AC3E}">
        <p14:creationId xmlns:p14="http://schemas.microsoft.com/office/powerpoint/2010/main" val="1175422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B37DB1-1750-045B-C310-F407DCA4F174}"/>
              </a:ext>
            </a:extLst>
          </p:cNvPr>
          <p:cNvPicPr>
            <a:picLocks noChangeAspect="1"/>
          </p:cNvPicPr>
          <p:nvPr/>
        </p:nvPicPr>
        <p:blipFill>
          <a:blip r:embed="rId2"/>
          <a:stretch>
            <a:fillRect/>
          </a:stretch>
        </p:blipFill>
        <p:spPr>
          <a:xfrm>
            <a:off x="527016" y="382772"/>
            <a:ext cx="11351785" cy="6209413"/>
          </a:xfrm>
          <a:prstGeom prst="rect">
            <a:avLst/>
          </a:prstGeom>
        </p:spPr>
      </p:pic>
    </p:spTree>
    <p:extLst>
      <p:ext uri="{BB962C8B-B14F-4D97-AF65-F5344CB8AC3E}">
        <p14:creationId xmlns:p14="http://schemas.microsoft.com/office/powerpoint/2010/main" val="621300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E6C9D-9386-CF81-B020-3057AB818D5F}"/>
              </a:ext>
            </a:extLst>
          </p:cNvPr>
          <p:cNvSpPr>
            <a:spLocks noGrp="1"/>
          </p:cNvSpPr>
          <p:nvPr>
            <p:ph type="title"/>
          </p:nvPr>
        </p:nvSpPr>
        <p:spPr/>
        <p:txBody>
          <a:bodyPr/>
          <a:lstStyle/>
          <a:p>
            <a:r>
              <a:rPr lang="en-US" dirty="0"/>
              <a:t>This is likely in VS Code</a:t>
            </a:r>
          </a:p>
        </p:txBody>
      </p:sp>
      <p:pic>
        <p:nvPicPr>
          <p:cNvPr id="5" name="Picture 4">
            <a:extLst>
              <a:ext uri="{FF2B5EF4-FFF2-40B4-BE49-F238E27FC236}">
                <a16:creationId xmlns:a16="http://schemas.microsoft.com/office/drawing/2014/main" id="{26364D88-98A6-65E7-7189-6585E501428E}"/>
              </a:ext>
            </a:extLst>
          </p:cNvPr>
          <p:cNvPicPr>
            <a:picLocks noChangeAspect="1"/>
          </p:cNvPicPr>
          <p:nvPr/>
        </p:nvPicPr>
        <p:blipFill>
          <a:blip r:embed="rId2"/>
          <a:stretch>
            <a:fillRect/>
          </a:stretch>
        </p:blipFill>
        <p:spPr>
          <a:xfrm>
            <a:off x="6328969" y="621430"/>
            <a:ext cx="5630061" cy="5963482"/>
          </a:xfrm>
          <a:prstGeom prst="rect">
            <a:avLst/>
          </a:prstGeom>
        </p:spPr>
      </p:pic>
      <p:sp>
        <p:nvSpPr>
          <p:cNvPr id="6" name="TextBox 5">
            <a:extLst>
              <a:ext uri="{FF2B5EF4-FFF2-40B4-BE49-F238E27FC236}">
                <a16:creationId xmlns:a16="http://schemas.microsoft.com/office/drawing/2014/main" id="{CD6B71BF-268F-87CA-9DBD-3BC83DCAF3B7}"/>
              </a:ext>
            </a:extLst>
          </p:cNvPr>
          <p:cNvSpPr txBox="1"/>
          <p:nvPr/>
        </p:nvSpPr>
        <p:spPr>
          <a:xfrm>
            <a:off x="672768" y="1571846"/>
            <a:ext cx="5050971" cy="2031325"/>
          </a:xfrm>
          <a:prstGeom prst="rect">
            <a:avLst/>
          </a:prstGeom>
          <a:noFill/>
        </p:spPr>
        <p:txBody>
          <a:bodyPr wrap="square" rtlCol="0">
            <a:spAutoFit/>
          </a:bodyPr>
          <a:lstStyle/>
          <a:p>
            <a:r>
              <a:rPr lang="en-US" dirty="0"/>
              <a:t>Mark’s point is that while the terminal is the "raw power" of the tool, the VS Code integration makes the </a:t>
            </a:r>
            <a:r>
              <a:rPr lang="en-US" b="1" dirty="0"/>
              <a:t>workflow much smoother</a:t>
            </a:r>
            <a:r>
              <a:rPr lang="en-US" dirty="0"/>
              <a:t>. He often recommends running the Claude Code terminal </a:t>
            </a:r>
            <a:r>
              <a:rPr lang="en-US" i="1" dirty="0"/>
              <a:t>inside</a:t>
            </a:r>
            <a:r>
              <a:rPr lang="en-US" dirty="0"/>
              <a:t> VS Code's integrated terminal (at the bottom of your screen) so you have the best of both worlds.</a:t>
            </a:r>
          </a:p>
        </p:txBody>
      </p:sp>
      <p:pic>
        <p:nvPicPr>
          <p:cNvPr id="8" name="Picture 7">
            <a:extLst>
              <a:ext uri="{FF2B5EF4-FFF2-40B4-BE49-F238E27FC236}">
                <a16:creationId xmlns:a16="http://schemas.microsoft.com/office/drawing/2014/main" id="{55C2B676-8E26-51E7-351C-19B19893EA6C}"/>
              </a:ext>
            </a:extLst>
          </p:cNvPr>
          <p:cNvPicPr>
            <a:picLocks noChangeAspect="1"/>
          </p:cNvPicPr>
          <p:nvPr/>
        </p:nvPicPr>
        <p:blipFill>
          <a:blip r:embed="rId3"/>
          <a:stretch>
            <a:fillRect/>
          </a:stretch>
        </p:blipFill>
        <p:spPr>
          <a:xfrm>
            <a:off x="159354" y="4281126"/>
            <a:ext cx="6077798" cy="2010056"/>
          </a:xfrm>
          <a:prstGeom prst="rect">
            <a:avLst/>
          </a:prstGeom>
        </p:spPr>
      </p:pic>
      <p:sp>
        <p:nvSpPr>
          <p:cNvPr id="3" name="Rectangle 2">
            <a:extLst>
              <a:ext uri="{FF2B5EF4-FFF2-40B4-BE49-F238E27FC236}">
                <a16:creationId xmlns:a16="http://schemas.microsoft.com/office/drawing/2014/main" id="{3DDA0B8C-5CCE-9519-3E40-27A073A26D98}"/>
              </a:ext>
            </a:extLst>
          </p:cNvPr>
          <p:cNvSpPr/>
          <p:nvPr/>
        </p:nvSpPr>
        <p:spPr>
          <a:xfrm>
            <a:off x="672768" y="0"/>
            <a:ext cx="11023046" cy="566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Mark likes running Claude Code within Cursor</a:t>
            </a:r>
          </a:p>
        </p:txBody>
      </p:sp>
    </p:spTree>
    <p:extLst>
      <p:ext uri="{BB962C8B-B14F-4D97-AF65-F5344CB8AC3E}">
        <p14:creationId xmlns:p14="http://schemas.microsoft.com/office/powerpoint/2010/main" val="944733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0DC8-3453-F763-94B8-BBBCBBDCA5E9}"/>
              </a:ext>
            </a:extLst>
          </p:cNvPr>
          <p:cNvSpPr>
            <a:spLocks noGrp="1"/>
          </p:cNvSpPr>
          <p:nvPr>
            <p:ph type="title"/>
          </p:nvPr>
        </p:nvSpPr>
        <p:spPr/>
        <p:txBody>
          <a:bodyPr/>
          <a:lstStyle/>
          <a:p>
            <a:r>
              <a:rPr lang="en-US" dirty="0"/>
              <a:t>Mark also mentioned how to install Cursor</a:t>
            </a:r>
          </a:p>
        </p:txBody>
      </p:sp>
      <p:sp>
        <p:nvSpPr>
          <p:cNvPr id="3" name="Content Placeholder 2">
            <a:extLst>
              <a:ext uri="{FF2B5EF4-FFF2-40B4-BE49-F238E27FC236}">
                <a16:creationId xmlns:a16="http://schemas.microsoft.com/office/drawing/2014/main" id="{769F555D-16B7-66ED-F9DC-3419E8E06D65}"/>
              </a:ext>
            </a:extLst>
          </p:cNvPr>
          <p:cNvSpPr>
            <a:spLocks noGrp="1"/>
          </p:cNvSpPr>
          <p:nvPr>
            <p:ph idx="1"/>
          </p:nvPr>
        </p:nvSpPr>
        <p:spPr/>
        <p:txBody>
          <a:bodyPr>
            <a:normAutofit fontScale="77500" lnSpcReduction="20000"/>
          </a:bodyPr>
          <a:lstStyle/>
          <a:p>
            <a:pPr marL="0" indent="0">
              <a:buNone/>
            </a:pPr>
            <a:r>
              <a:rPr lang="en-US" b="1" dirty="0"/>
              <a:t>1. </a:t>
            </a:r>
            <a:r>
              <a:rPr lang="en-US" dirty="0"/>
              <a:t>Mark's point is that </a:t>
            </a:r>
            <a:r>
              <a:rPr lang="en-US" b="1" dirty="0"/>
              <a:t>Cursor</a:t>
            </a:r>
            <a:r>
              <a:rPr lang="en-US" dirty="0"/>
              <a:t> is a great "Editor" (it has great autocomplete and a nice UI), while </a:t>
            </a:r>
            <a:r>
              <a:rPr lang="en-US" b="1" dirty="0"/>
              <a:t>Claude Code</a:t>
            </a:r>
            <a:r>
              <a:rPr lang="en-US" dirty="0"/>
              <a:t> is a superior "Agent" (it is better at actually executing complex tasks and running terminal commands).</a:t>
            </a:r>
          </a:p>
          <a:p>
            <a:r>
              <a:rPr lang="en-US" b="1" dirty="0"/>
              <a:t>Left Side:</a:t>
            </a:r>
            <a:r>
              <a:rPr lang="en-US" dirty="0"/>
              <a:t> Open your project in </a:t>
            </a:r>
            <a:r>
              <a:rPr lang="en-US" b="1" dirty="0"/>
              <a:t>Cursor</a:t>
            </a:r>
            <a:r>
              <a:rPr lang="en-US" dirty="0"/>
              <a:t>. This is where you will watch your code actually change and use the "Composer" for small tweaks.</a:t>
            </a:r>
          </a:p>
          <a:p>
            <a:r>
              <a:rPr lang="en-US" b="1" dirty="0"/>
              <a:t>Right Side:</a:t>
            </a:r>
            <a:r>
              <a:rPr lang="en-US" dirty="0"/>
              <a:t> Open a </a:t>
            </a:r>
            <a:r>
              <a:rPr lang="en-US" b="1" dirty="0"/>
              <a:t>PowerShell</a:t>
            </a:r>
            <a:r>
              <a:rPr lang="en-US" dirty="0"/>
              <a:t> window and run </a:t>
            </a:r>
            <a:r>
              <a:rPr lang="en-US" dirty="0" err="1"/>
              <a:t>claude</a:t>
            </a:r>
            <a:r>
              <a:rPr lang="en-US" dirty="0"/>
              <a:t>. This is where you give the "big" instructions (like "Build a new feature" or "Scrape this website").</a:t>
            </a:r>
          </a:p>
          <a:p>
            <a:pPr marL="0" indent="0">
              <a:buNone/>
            </a:pPr>
            <a:r>
              <a:rPr lang="en-US" b="1" dirty="0"/>
              <a:t>2. How it works together (The Sync)</a:t>
            </a:r>
          </a:p>
          <a:p>
            <a:r>
              <a:rPr lang="en-US" dirty="0"/>
              <a:t>You might wonder: </a:t>
            </a:r>
            <a:r>
              <a:rPr lang="en-US" i="1" dirty="0"/>
              <a:t>"If I change code in Claude Code, will Cursor see it?"</a:t>
            </a:r>
            <a:endParaRPr lang="en-US" dirty="0"/>
          </a:p>
          <a:p>
            <a:r>
              <a:rPr lang="en-US" b="1" dirty="0"/>
              <a:t>Yes.</a:t>
            </a:r>
            <a:r>
              <a:rPr lang="en-US" dirty="0"/>
              <a:t> Because both tools are looking at the </a:t>
            </a:r>
            <a:r>
              <a:rPr lang="en-US" b="1" dirty="0"/>
              <a:t>same folder</a:t>
            </a:r>
            <a:r>
              <a:rPr lang="en-US" dirty="0"/>
              <a:t> on your laptop, they are perfectly synced.</a:t>
            </a:r>
          </a:p>
          <a:p>
            <a:r>
              <a:rPr lang="en-US" dirty="0"/>
              <a:t>When Claude Code edits a file, Cursor will instantly show the new code.</a:t>
            </a:r>
          </a:p>
          <a:p>
            <a:r>
              <a:rPr lang="en-US" dirty="0"/>
              <a:t>When you save a file in Cursor, Claude Code will "see" that change immediately when it runs its next task.</a:t>
            </a:r>
          </a:p>
          <a:p>
            <a:endParaRPr lang="en-US" dirty="0"/>
          </a:p>
          <a:p>
            <a:pPr marL="0" indent="0">
              <a:buNone/>
            </a:pPr>
            <a:endParaRPr lang="en-US" dirty="0"/>
          </a:p>
        </p:txBody>
      </p:sp>
    </p:spTree>
    <p:extLst>
      <p:ext uri="{BB962C8B-B14F-4D97-AF65-F5344CB8AC3E}">
        <p14:creationId xmlns:p14="http://schemas.microsoft.com/office/powerpoint/2010/main" val="4140725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063803-3187-62D6-CFEA-2D74A0B87F0A}"/>
              </a:ext>
            </a:extLst>
          </p:cNvPr>
          <p:cNvSpPr>
            <a:spLocks noGrp="1"/>
          </p:cNvSpPr>
          <p:nvPr>
            <p:ph idx="1"/>
          </p:nvPr>
        </p:nvSpPr>
        <p:spPr>
          <a:xfrm>
            <a:off x="838200" y="367862"/>
            <a:ext cx="10515600" cy="6190593"/>
          </a:xfrm>
        </p:spPr>
        <p:txBody>
          <a:bodyPr>
            <a:normAutofit fontScale="85000" lnSpcReduction="20000"/>
          </a:bodyPr>
          <a:lstStyle/>
          <a:p>
            <a:pPr marL="0" indent="0">
              <a:buNone/>
            </a:pPr>
            <a:r>
              <a:rPr lang="en-US" b="1" dirty="0"/>
              <a:t>3. Why Mark does this</a:t>
            </a:r>
          </a:p>
          <a:p>
            <a:r>
              <a:rPr lang="en-US" dirty="0"/>
              <a:t>At this point in the video, he explains that he prefers this "</a:t>
            </a:r>
            <a:r>
              <a:rPr lang="en-US" dirty="0">
                <a:highlight>
                  <a:srgbClr val="FFFF00"/>
                </a:highlight>
              </a:rPr>
              <a:t>Dual-Wielding</a:t>
            </a:r>
            <a:r>
              <a:rPr lang="en-US" dirty="0"/>
              <a:t>" approach for a few reasons:</a:t>
            </a:r>
          </a:p>
          <a:p>
            <a:r>
              <a:rPr lang="en-US" b="1" dirty="0"/>
              <a:t>The "Diff" Advantage:</a:t>
            </a:r>
            <a:r>
              <a:rPr lang="en-US" dirty="0"/>
              <a:t> In Cursor, you can see the changes Claude Code is making in real-time. If Claude makes a mistake, you can manually fix it in Cursor while the Claude session is still active.</a:t>
            </a:r>
          </a:p>
          <a:p>
            <a:r>
              <a:rPr lang="en-US" b="1" dirty="0"/>
              <a:t>Terminal Power:</a:t>
            </a:r>
            <a:r>
              <a:rPr lang="en-US" dirty="0"/>
              <a:t> Claude Code has direct access to your terminal and MCP tools (like </a:t>
            </a:r>
            <a:r>
              <a:rPr lang="en-US" dirty="0" err="1"/>
              <a:t>Firecrawl</a:t>
            </a:r>
            <a:r>
              <a:rPr lang="en-US" dirty="0"/>
              <a:t>), which Cursor's standard chat doesn't handle quite as natively yet.</a:t>
            </a:r>
          </a:p>
          <a:p>
            <a:r>
              <a:rPr lang="en-US" b="1" dirty="0"/>
              <a:t>Cost/Model Flexibility:</a:t>
            </a:r>
            <a:r>
              <a:rPr lang="en-US" dirty="0"/>
              <a:t> He can use </a:t>
            </a:r>
            <a:r>
              <a:rPr lang="en-US" b="1" dirty="0"/>
              <a:t>Claude 3.5 Sonnet</a:t>
            </a:r>
            <a:r>
              <a:rPr lang="en-US" dirty="0"/>
              <a:t> in the terminal while using </a:t>
            </a:r>
            <a:r>
              <a:rPr lang="en-US" b="1" dirty="0"/>
              <a:t>GPT-4o</a:t>
            </a:r>
            <a:r>
              <a:rPr lang="en-US" dirty="0"/>
              <a:t> or a different model in Cursor to get two "different opinions" on a bug.</a:t>
            </a:r>
          </a:p>
          <a:p>
            <a:pPr marL="0" indent="0">
              <a:buNone/>
            </a:pPr>
            <a:r>
              <a:rPr lang="en-US" b="1" dirty="0"/>
              <a:t>4. How to do it on your Windows laptop</a:t>
            </a:r>
          </a:p>
          <a:p>
            <a:r>
              <a:rPr lang="en-US" dirty="0"/>
              <a:t>Open </a:t>
            </a:r>
            <a:r>
              <a:rPr lang="en-US" b="1" dirty="0"/>
              <a:t>Cursor</a:t>
            </a:r>
            <a:r>
              <a:rPr lang="en-US" dirty="0"/>
              <a:t> and load your project.</a:t>
            </a:r>
          </a:p>
          <a:p>
            <a:r>
              <a:rPr lang="en-US" dirty="0"/>
              <a:t>Press </a:t>
            </a:r>
            <a:r>
              <a:rPr lang="en-US" b="1" dirty="0"/>
              <a:t>Windows Key + Left Arrow</a:t>
            </a:r>
            <a:r>
              <a:rPr lang="en-US" dirty="0"/>
              <a:t> to snap Cursor to the left half of your screen.</a:t>
            </a:r>
          </a:p>
          <a:p>
            <a:r>
              <a:rPr lang="en-US" dirty="0"/>
              <a:t>Open </a:t>
            </a:r>
            <a:r>
              <a:rPr lang="en-US" b="1" dirty="0"/>
              <a:t>PowerShell</a:t>
            </a:r>
            <a:r>
              <a:rPr lang="en-US" dirty="0"/>
              <a:t>, navigate to your project, and type </a:t>
            </a:r>
            <a:r>
              <a:rPr lang="en-US" dirty="0" err="1"/>
              <a:t>claude</a:t>
            </a:r>
            <a:endParaRPr lang="en-US" dirty="0"/>
          </a:p>
          <a:p>
            <a:r>
              <a:rPr lang="en-US" dirty="0"/>
              <a:t>Press </a:t>
            </a:r>
            <a:r>
              <a:rPr lang="en-US" b="1" dirty="0"/>
              <a:t>Windows Key + Right Arrow</a:t>
            </a:r>
            <a:r>
              <a:rPr lang="en-US" dirty="0"/>
              <a:t> to snap the terminal to the right half.</a:t>
            </a:r>
          </a:p>
        </p:txBody>
      </p:sp>
    </p:spTree>
    <p:extLst>
      <p:ext uri="{BB962C8B-B14F-4D97-AF65-F5344CB8AC3E}">
        <p14:creationId xmlns:p14="http://schemas.microsoft.com/office/powerpoint/2010/main" val="1929404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E2AE9-F8B0-EAA9-84BF-A2C89AF07ADD}"/>
              </a:ext>
            </a:extLst>
          </p:cNvPr>
          <p:cNvSpPr>
            <a:spLocks noGrp="1"/>
          </p:cNvSpPr>
          <p:nvPr>
            <p:ph type="title"/>
          </p:nvPr>
        </p:nvSpPr>
        <p:spPr/>
        <p:txBody>
          <a:bodyPr>
            <a:noAutofit/>
          </a:bodyPr>
          <a:lstStyle/>
          <a:p>
            <a:r>
              <a:rPr lang="en-US" sz="2800" dirty="0"/>
              <a:t>In his video, Mark Kashef explains that you don't have to choose between </a:t>
            </a:r>
            <a:r>
              <a:rPr lang="en-US" sz="2800" b="1" dirty="0"/>
              <a:t>Claude Code</a:t>
            </a:r>
            <a:r>
              <a:rPr lang="en-US" sz="2800" dirty="0"/>
              <a:t> and </a:t>
            </a:r>
            <a:r>
              <a:rPr lang="en-US" sz="2800" b="1" dirty="0"/>
              <a:t>Cursor</a:t>
            </a:r>
            <a:r>
              <a:rPr lang="en-US" sz="2800" dirty="0"/>
              <a:t>; instead, he advocates for using them together in the same ecosystem to get the "best of both worlds".</a:t>
            </a:r>
          </a:p>
        </p:txBody>
      </p:sp>
      <p:sp>
        <p:nvSpPr>
          <p:cNvPr id="3" name="Content Placeholder 2">
            <a:extLst>
              <a:ext uri="{FF2B5EF4-FFF2-40B4-BE49-F238E27FC236}">
                <a16:creationId xmlns:a16="http://schemas.microsoft.com/office/drawing/2014/main" id="{E45DD9CD-B976-0D0E-856B-2A7FD8270923}"/>
              </a:ext>
            </a:extLst>
          </p:cNvPr>
          <p:cNvSpPr>
            <a:spLocks noGrp="1"/>
          </p:cNvSpPr>
          <p:nvPr>
            <p:ph idx="1"/>
          </p:nvPr>
        </p:nvSpPr>
        <p:spPr/>
        <p:txBody>
          <a:bodyPr>
            <a:normAutofit lnSpcReduction="10000"/>
          </a:bodyPr>
          <a:lstStyle/>
          <a:p>
            <a:pPr marL="0" indent="0">
              <a:buNone/>
            </a:pPr>
            <a:r>
              <a:rPr lang="en-US" dirty="0"/>
              <a:t>According to the video, here are the details on how to set this up and why it is beneficial:</a:t>
            </a:r>
          </a:p>
          <a:p>
            <a:pPr marL="514350" indent="-514350">
              <a:buFont typeface="+mj-lt"/>
              <a:buAutoNum type="arabicPeriod"/>
            </a:pPr>
            <a:r>
              <a:rPr lang="en-US" dirty="0"/>
              <a:t>The Setup (Marrying the Two Tools)</a:t>
            </a:r>
          </a:p>
          <a:p>
            <a:pPr lvl="1"/>
            <a:r>
              <a:rPr lang="en-US" b="1" dirty="0"/>
              <a:t>Dual Environment:</a:t>
            </a:r>
            <a:r>
              <a:rPr lang="en-US" dirty="0"/>
              <a:t> You can run Claude Code directly within the </a:t>
            </a:r>
            <a:r>
              <a:rPr lang="en-US" b="1" dirty="0"/>
              <a:t>Integrated Terminal</a:t>
            </a:r>
            <a:r>
              <a:rPr lang="en-US" dirty="0"/>
              <a:t> of Cursor.</a:t>
            </a:r>
          </a:p>
          <a:p>
            <a:pPr lvl="1"/>
            <a:r>
              <a:rPr lang="en-US" b="1" dirty="0"/>
              <a:t>The Extension:</a:t>
            </a:r>
            <a:r>
              <a:rPr lang="en-US" dirty="0"/>
              <a:t> Mark recommends downloading the </a:t>
            </a:r>
            <a:r>
              <a:rPr lang="en-US" b="1" dirty="0"/>
              <a:t>Claude Code for VS Code extension</a:t>
            </a:r>
            <a:r>
              <a:rPr lang="en-US" dirty="0"/>
              <a:t> (which also works in Cursor).</a:t>
            </a:r>
          </a:p>
          <a:p>
            <a:pPr lvl="1"/>
            <a:r>
              <a:rPr lang="en-US" b="1" dirty="0"/>
              <a:t>The Interface:</a:t>
            </a:r>
            <a:r>
              <a:rPr lang="en-US" dirty="0"/>
              <a:t> This extension provides a "nice and shiny button" in your sidebar that opens a dedicated, larger tab for Claude Code, making it easier to read and manipulate than a standard small terminal window.</a:t>
            </a:r>
          </a:p>
          <a:p>
            <a:pPr lvl="1"/>
            <a:r>
              <a:rPr lang="en-US" b="1" dirty="0"/>
              <a:t>Multiple Sessions:</a:t>
            </a:r>
            <a:r>
              <a:rPr lang="en-US" dirty="0"/>
              <a:t> This setup allows you to have </a:t>
            </a:r>
            <a:r>
              <a:rPr lang="en-US" b="1" dirty="0"/>
              <a:t>multiple Claude Code sessions</a:t>
            </a:r>
            <a:r>
              <a:rPr lang="en-US" dirty="0"/>
              <a:t> running in parallel alongside your Cursor editor.</a:t>
            </a:r>
          </a:p>
          <a:p>
            <a:pPr marL="514350" indent="-514350">
              <a:buFont typeface="+mj-lt"/>
              <a:buAutoNum type="arabicPeriod"/>
            </a:pPr>
            <a:endParaRPr lang="en-US" dirty="0"/>
          </a:p>
        </p:txBody>
      </p:sp>
    </p:spTree>
    <p:extLst>
      <p:ext uri="{BB962C8B-B14F-4D97-AF65-F5344CB8AC3E}">
        <p14:creationId xmlns:p14="http://schemas.microsoft.com/office/powerpoint/2010/main" val="3866373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CE9DED-164B-BDEF-F583-662EB6418AC9}"/>
              </a:ext>
            </a:extLst>
          </p:cNvPr>
          <p:cNvSpPr>
            <a:spLocks noGrp="1"/>
          </p:cNvSpPr>
          <p:nvPr>
            <p:ph idx="1"/>
          </p:nvPr>
        </p:nvSpPr>
        <p:spPr>
          <a:xfrm>
            <a:off x="838200" y="318977"/>
            <a:ext cx="10515600" cy="5857986"/>
          </a:xfrm>
        </p:spPr>
        <p:txBody>
          <a:bodyPr>
            <a:normAutofit lnSpcReduction="10000"/>
          </a:bodyPr>
          <a:lstStyle/>
          <a:p>
            <a:pPr marL="514350" indent="-514350">
              <a:buFont typeface="+mj-lt"/>
              <a:buAutoNum type="arabicPeriod" startAt="2"/>
            </a:pPr>
            <a:r>
              <a:rPr lang="en-US" dirty="0"/>
              <a:t>Key Benefits of Running Them Side-by-Side</a:t>
            </a:r>
          </a:p>
          <a:p>
            <a:pPr lvl="1"/>
            <a:r>
              <a:rPr lang="en-US" b="1" dirty="0"/>
              <a:t>The "Second Opinion" (Doctor Analogy):</a:t>
            </a:r>
            <a:r>
              <a:rPr lang="en-US" dirty="0"/>
              <a:t> Mark describes this setup as having a "doctor with a second opinion". While Claude Code is busy building your codebase, you can use Cursor’s AI (like GPT-4o or its native models) to look at the same files and provide an unbiased second perspective or critique.</a:t>
            </a:r>
          </a:p>
          <a:p>
            <a:pPr lvl="1"/>
            <a:r>
              <a:rPr lang="en-US" b="1" dirty="0"/>
              <a:t>Task Delegation:</a:t>
            </a:r>
            <a:r>
              <a:rPr lang="en-US" dirty="0"/>
              <a:t> You can use Claude Code for the heavy lifting and "big picture" agentic work (like creating whole projects), while using Cursor's "Ask" or "Agent" modes for smaller, targeted searches and coding tweaks.</a:t>
            </a:r>
          </a:p>
          <a:p>
            <a:pPr lvl="1"/>
            <a:r>
              <a:rPr lang="en-US" b="1" dirty="0"/>
              <a:t>Bypassing Limitations:</a:t>
            </a:r>
            <a:r>
              <a:rPr lang="en-US" dirty="0"/>
              <a:t> Because Cursor has its own version of web search, it can act as a mini co-pilot to research best practices (like how to write a perfect CLAUDE.md file) while your Claude Code terminal focuses on the direct execution of those instructions.</a:t>
            </a:r>
          </a:p>
          <a:p>
            <a:pPr marL="571500" indent="-571500">
              <a:buFont typeface="+mj-lt"/>
              <a:buAutoNum type="arabicPeriod" startAt="3"/>
            </a:pPr>
            <a:r>
              <a:rPr lang="en-US" dirty="0"/>
              <a:t>Usage Tip: Parallel Workspace</a:t>
            </a:r>
          </a:p>
          <a:p>
            <a:pPr lvl="1"/>
            <a:r>
              <a:rPr lang="en-US" dirty="0"/>
              <a:t>You can have the </a:t>
            </a:r>
            <a:r>
              <a:rPr lang="en-US" b="1" dirty="0"/>
              <a:t>Claude Code panel</a:t>
            </a:r>
            <a:r>
              <a:rPr lang="en-US" dirty="0"/>
              <a:t> open on one side of your screen while the </a:t>
            </a:r>
            <a:r>
              <a:rPr lang="en-US" b="1" dirty="0"/>
              <a:t>Cursor editor</a:t>
            </a:r>
            <a:r>
              <a:rPr lang="en-US" dirty="0"/>
              <a:t> remains on the other. This allows you to watch files being generated in real-time in Cursor as you give natural language commands to Claude Code in the terminal.</a:t>
            </a:r>
          </a:p>
        </p:txBody>
      </p:sp>
    </p:spTree>
    <p:extLst>
      <p:ext uri="{BB962C8B-B14F-4D97-AF65-F5344CB8AC3E}">
        <p14:creationId xmlns:p14="http://schemas.microsoft.com/office/powerpoint/2010/main" val="4204238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E0BC-0BE2-4B16-69E8-7C37C862E519}"/>
              </a:ext>
            </a:extLst>
          </p:cNvPr>
          <p:cNvSpPr>
            <a:spLocks noGrp="1"/>
          </p:cNvSpPr>
          <p:nvPr>
            <p:ph type="title"/>
          </p:nvPr>
        </p:nvSpPr>
        <p:spPr/>
        <p:txBody>
          <a:bodyPr/>
          <a:lstStyle/>
          <a:p>
            <a:r>
              <a:rPr lang="en-US" dirty="0"/>
              <a:t>How to install Claude Code for VS Code extension in Cursor</a:t>
            </a:r>
          </a:p>
        </p:txBody>
      </p:sp>
      <p:sp>
        <p:nvSpPr>
          <p:cNvPr id="3" name="Content Placeholder 2">
            <a:extLst>
              <a:ext uri="{FF2B5EF4-FFF2-40B4-BE49-F238E27FC236}">
                <a16:creationId xmlns:a16="http://schemas.microsoft.com/office/drawing/2014/main" id="{D87E2BEA-3F3A-3629-D8DF-559544C9CD17}"/>
              </a:ext>
            </a:extLst>
          </p:cNvPr>
          <p:cNvSpPr>
            <a:spLocks noGrp="1"/>
          </p:cNvSpPr>
          <p:nvPr>
            <p:ph idx="1"/>
          </p:nvPr>
        </p:nvSpPr>
        <p:spPr/>
        <p:txBody>
          <a:bodyPr>
            <a:normAutofit/>
          </a:bodyPr>
          <a:lstStyle/>
          <a:p>
            <a:pPr marL="514350" indent="-514350">
              <a:lnSpc>
                <a:spcPct val="100000"/>
              </a:lnSpc>
              <a:spcBef>
                <a:spcPts val="0"/>
              </a:spcBef>
              <a:buFont typeface="+mj-lt"/>
              <a:buAutoNum type="arabicPeriod"/>
            </a:pPr>
            <a:r>
              <a:rPr lang="en-US" sz="2000" dirty="0"/>
              <a:t>Open Cursor</a:t>
            </a:r>
          </a:p>
          <a:p>
            <a:pPr marL="514350" indent="-514350">
              <a:lnSpc>
                <a:spcPct val="100000"/>
              </a:lnSpc>
              <a:spcBef>
                <a:spcPts val="0"/>
              </a:spcBef>
              <a:buFont typeface="+mj-lt"/>
              <a:buAutoNum type="arabicPeriod"/>
            </a:pPr>
            <a:r>
              <a:rPr lang="en-US" sz="2000" dirty="0"/>
              <a:t>Ctrl + Shift + X</a:t>
            </a:r>
          </a:p>
          <a:p>
            <a:pPr marL="514350" indent="-514350">
              <a:lnSpc>
                <a:spcPct val="100000"/>
              </a:lnSpc>
              <a:spcBef>
                <a:spcPts val="0"/>
              </a:spcBef>
              <a:buFont typeface="+mj-lt"/>
              <a:buAutoNum type="arabicPeriod"/>
            </a:pPr>
            <a:r>
              <a:rPr lang="en-US" sz="2000" dirty="0"/>
              <a:t>Search Claude for VS Code</a:t>
            </a:r>
          </a:p>
          <a:p>
            <a:pPr marL="514350" indent="-514350">
              <a:lnSpc>
                <a:spcPct val="100000"/>
              </a:lnSpc>
              <a:spcBef>
                <a:spcPts val="0"/>
              </a:spcBef>
              <a:buFont typeface="+mj-lt"/>
              <a:buAutoNum type="arabicPeriod"/>
            </a:pPr>
            <a:r>
              <a:rPr lang="en-US" sz="2000" dirty="0"/>
              <a:t>Install</a:t>
            </a:r>
          </a:p>
        </p:txBody>
      </p:sp>
      <p:pic>
        <p:nvPicPr>
          <p:cNvPr id="5" name="Picture 4">
            <a:extLst>
              <a:ext uri="{FF2B5EF4-FFF2-40B4-BE49-F238E27FC236}">
                <a16:creationId xmlns:a16="http://schemas.microsoft.com/office/drawing/2014/main" id="{267346A1-67F4-7E90-35FF-F4EFFB843749}"/>
              </a:ext>
            </a:extLst>
          </p:cNvPr>
          <p:cNvPicPr>
            <a:picLocks noChangeAspect="1"/>
          </p:cNvPicPr>
          <p:nvPr/>
        </p:nvPicPr>
        <p:blipFill>
          <a:blip r:embed="rId2"/>
          <a:stretch>
            <a:fillRect/>
          </a:stretch>
        </p:blipFill>
        <p:spPr>
          <a:xfrm>
            <a:off x="6400800" y="1180787"/>
            <a:ext cx="5791200" cy="3849924"/>
          </a:xfrm>
          <a:prstGeom prst="rect">
            <a:avLst/>
          </a:prstGeom>
        </p:spPr>
      </p:pic>
      <p:pic>
        <p:nvPicPr>
          <p:cNvPr id="7" name="Picture 6">
            <a:extLst>
              <a:ext uri="{FF2B5EF4-FFF2-40B4-BE49-F238E27FC236}">
                <a16:creationId xmlns:a16="http://schemas.microsoft.com/office/drawing/2014/main" id="{9790E7D4-6C6B-6E1A-6E91-623A2AEB08A8}"/>
              </a:ext>
            </a:extLst>
          </p:cNvPr>
          <p:cNvPicPr>
            <a:picLocks noChangeAspect="1"/>
          </p:cNvPicPr>
          <p:nvPr/>
        </p:nvPicPr>
        <p:blipFill>
          <a:blip r:embed="rId3"/>
          <a:stretch>
            <a:fillRect/>
          </a:stretch>
        </p:blipFill>
        <p:spPr>
          <a:xfrm>
            <a:off x="-1" y="3067664"/>
            <a:ext cx="4752753" cy="3790336"/>
          </a:xfrm>
          <a:prstGeom prst="rect">
            <a:avLst/>
          </a:prstGeom>
        </p:spPr>
      </p:pic>
      <p:sp>
        <p:nvSpPr>
          <p:cNvPr id="8" name="Rectangle 7">
            <a:extLst>
              <a:ext uri="{FF2B5EF4-FFF2-40B4-BE49-F238E27FC236}">
                <a16:creationId xmlns:a16="http://schemas.microsoft.com/office/drawing/2014/main" id="{99E8A631-DCA4-3E92-30FB-08701B437EF1}"/>
              </a:ext>
            </a:extLst>
          </p:cNvPr>
          <p:cNvSpPr/>
          <p:nvPr/>
        </p:nvSpPr>
        <p:spPr>
          <a:xfrm>
            <a:off x="5826642" y="5337544"/>
            <a:ext cx="6039293" cy="1329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ChatGPT says this is not supported by Anthropic, as there is no Claude Code extension available in Cursor market place</a:t>
            </a:r>
          </a:p>
          <a:p>
            <a:pPr algn="ctr"/>
            <a:r>
              <a:rPr lang="en-US" dirty="0"/>
              <a:t>Mark’s video was published in August, 2025, maybe too old</a:t>
            </a:r>
          </a:p>
        </p:txBody>
      </p:sp>
    </p:spTree>
    <p:extLst>
      <p:ext uri="{BB962C8B-B14F-4D97-AF65-F5344CB8AC3E}">
        <p14:creationId xmlns:p14="http://schemas.microsoft.com/office/powerpoint/2010/main" val="286094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0B0E-6A31-56C5-C927-831818C9F9B5}"/>
              </a:ext>
            </a:extLst>
          </p:cNvPr>
          <p:cNvSpPr>
            <a:spLocks noGrp="1"/>
          </p:cNvSpPr>
          <p:nvPr>
            <p:ph type="title"/>
          </p:nvPr>
        </p:nvSpPr>
        <p:spPr/>
        <p:txBody>
          <a:bodyPr/>
          <a:lstStyle/>
          <a:p>
            <a:r>
              <a:rPr lang="en-US" dirty="0"/>
              <a:t>Avoid permissions when running Claude Code</a:t>
            </a:r>
          </a:p>
        </p:txBody>
      </p:sp>
      <p:sp>
        <p:nvSpPr>
          <p:cNvPr id="3" name="Content Placeholder 2">
            <a:extLst>
              <a:ext uri="{FF2B5EF4-FFF2-40B4-BE49-F238E27FC236}">
                <a16:creationId xmlns:a16="http://schemas.microsoft.com/office/drawing/2014/main" id="{4775ED69-CC39-3830-25A6-EA37E90DDFCB}"/>
              </a:ext>
            </a:extLst>
          </p:cNvPr>
          <p:cNvSpPr>
            <a:spLocks noGrp="1"/>
          </p:cNvSpPr>
          <p:nvPr>
            <p:ph idx="1"/>
          </p:nvPr>
        </p:nvSpPr>
        <p:spPr/>
        <p:txBody>
          <a:bodyPr/>
          <a:lstStyle/>
          <a:p>
            <a:pPr marL="0" indent="0">
              <a:buNone/>
            </a:pPr>
            <a:r>
              <a:rPr lang="en-US" dirty="0"/>
              <a:t>Claude –dangerously-skip-permission</a:t>
            </a:r>
          </a:p>
          <a:p>
            <a:pPr marL="0" indent="0">
              <a:buNone/>
            </a:pPr>
            <a:endParaRPr lang="en-US" dirty="0"/>
          </a:p>
        </p:txBody>
      </p:sp>
      <p:pic>
        <p:nvPicPr>
          <p:cNvPr id="5" name="Picture 4">
            <a:extLst>
              <a:ext uri="{FF2B5EF4-FFF2-40B4-BE49-F238E27FC236}">
                <a16:creationId xmlns:a16="http://schemas.microsoft.com/office/drawing/2014/main" id="{25386885-2CA1-4D32-ED88-99610E1C0DF6}"/>
              </a:ext>
            </a:extLst>
          </p:cNvPr>
          <p:cNvPicPr>
            <a:picLocks noChangeAspect="1"/>
          </p:cNvPicPr>
          <p:nvPr/>
        </p:nvPicPr>
        <p:blipFill>
          <a:blip r:embed="rId2"/>
          <a:stretch>
            <a:fillRect/>
          </a:stretch>
        </p:blipFill>
        <p:spPr>
          <a:xfrm>
            <a:off x="-375194" y="2489407"/>
            <a:ext cx="5964629" cy="3822493"/>
          </a:xfrm>
          <a:prstGeom prst="rect">
            <a:avLst/>
          </a:prstGeom>
        </p:spPr>
      </p:pic>
      <p:pic>
        <p:nvPicPr>
          <p:cNvPr id="7" name="Picture 6">
            <a:extLst>
              <a:ext uri="{FF2B5EF4-FFF2-40B4-BE49-F238E27FC236}">
                <a16:creationId xmlns:a16="http://schemas.microsoft.com/office/drawing/2014/main" id="{E997408C-DDF1-5ECE-5F68-F1664926478C}"/>
              </a:ext>
            </a:extLst>
          </p:cNvPr>
          <p:cNvPicPr>
            <a:picLocks noChangeAspect="1"/>
          </p:cNvPicPr>
          <p:nvPr/>
        </p:nvPicPr>
        <p:blipFill>
          <a:blip r:embed="rId3"/>
          <a:stretch>
            <a:fillRect/>
          </a:stretch>
        </p:blipFill>
        <p:spPr>
          <a:xfrm>
            <a:off x="5908500" y="2390630"/>
            <a:ext cx="3934374" cy="1038370"/>
          </a:xfrm>
          <a:prstGeom prst="rect">
            <a:avLst/>
          </a:prstGeom>
        </p:spPr>
      </p:pic>
      <p:pic>
        <p:nvPicPr>
          <p:cNvPr id="9" name="Picture 8">
            <a:extLst>
              <a:ext uri="{FF2B5EF4-FFF2-40B4-BE49-F238E27FC236}">
                <a16:creationId xmlns:a16="http://schemas.microsoft.com/office/drawing/2014/main" id="{F24FEFA8-9D5B-3159-71C0-C6F0BE577431}"/>
              </a:ext>
            </a:extLst>
          </p:cNvPr>
          <p:cNvPicPr>
            <a:picLocks noChangeAspect="1"/>
          </p:cNvPicPr>
          <p:nvPr/>
        </p:nvPicPr>
        <p:blipFill>
          <a:blip r:embed="rId4"/>
          <a:stretch>
            <a:fillRect/>
          </a:stretch>
        </p:blipFill>
        <p:spPr>
          <a:xfrm>
            <a:off x="5908500" y="3827029"/>
            <a:ext cx="5117463" cy="2484871"/>
          </a:xfrm>
          <a:prstGeom prst="rect">
            <a:avLst/>
          </a:prstGeom>
        </p:spPr>
      </p:pic>
    </p:spTree>
    <p:extLst>
      <p:ext uri="{BB962C8B-B14F-4D97-AF65-F5344CB8AC3E}">
        <p14:creationId xmlns:p14="http://schemas.microsoft.com/office/powerpoint/2010/main" val="3110750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9C81BA-2A10-DE1C-7A89-883C2C51C9AC}"/>
              </a:ext>
            </a:extLst>
          </p:cNvPr>
          <p:cNvPicPr>
            <a:picLocks noChangeAspect="1"/>
          </p:cNvPicPr>
          <p:nvPr/>
        </p:nvPicPr>
        <p:blipFill>
          <a:blip r:embed="rId2"/>
          <a:stretch>
            <a:fillRect/>
          </a:stretch>
        </p:blipFill>
        <p:spPr>
          <a:xfrm>
            <a:off x="337458" y="0"/>
            <a:ext cx="7031948" cy="5974916"/>
          </a:xfrm>
          <a:prstGeom prst="rect">
            <a:avLst/>
          </a:prstGeom>
        </p:spPr>
      </p:pic>
      <p:pic>
        <p:nvPicPr>
          <p:cNvPr id="7" name="Picture 6">
            <a:extLst>
              <a:ext uri="{FF2B5EF4-FFF2-40B4-BE49-F238E27FC236}">
                <a16:creationId xmlns:a16="http://schemas.microsoft.com/office/drawing/2014/main" id="{60968CB1-6F15-06A4-7520-07D620E58021}"/>
              </a:ext>
            </a:extLst>
          </p:cNvPr>
          <p:cNvPicPr>
            <a:picLocks noChangeAspect="1"/>
          </p:cNvPicPr>
          <p:nvPr/>
        </p:nvPicPr>
        <p:blipFill>
          <a:blip r:embed="rId3"/>
          <a:stretch>
            <a:fillRect/>
          </a:stretch>
        </p:blipFill>
        <p:spPr>
          <a:xfrm>
            <a:off x="7171383" y="1904430"/>
            <a:ext cx="4585189" cy="2830856"/>
          </a:xfrm>
          <a:prstGeom prst="rect">
            <a:avLst/>
          </a:prstGeom>
        </p:spPr>
      </p:pic>
      <p:sp>
        <p:nvSpPr>
          <p:cNvPr id="8" name="TextBox 7">
            <a:extLst>
              <a:ext uri="{FF2B5EF4-FFF2-40B4-BE49-F238E27FC236}">
                <a16:creationId xmlns:a16="http://schemas.microsoft.com/office/drawing/2014/main" id="{46CECA94-33BD-F2AE-26BB-3330AE078C61}"/>
              </a:ext>
            </a:extLst>
          </p:cNvPr>
          <p:cNvSpPr txBox="1"/>
          <p:nvPr/>
        </p:nvSpPr>
        <p:spPr>
          <a:xfrm>
            <a:off x="7805057" y="566057"/>
            <a:ext cx="2530693" cy="369332"/>
          </a:xfrm>
          <a:prstGeom prst="rect">
            <a:avLst/>
          </a:prstGeom>
          <a:noFill/>
        </p:spPr>
        <p:txBody>
          <a:bodyPr wrap="none" rtlCol="0">
            <a:spAutoFit/>
          </a:bodyPr>
          <a:lstStyle/>
          <a:p>
            <a:r>
              <a:rPr lang="en-US" dirty="0"/>
              <a:t>Prompt Advisor website</a:t>
            </a:r>
          </a:p>
        </p:txBody>
      </p:sp>
    </p:spTree>
    <p:extLst>
      <p:ext uri="{BB962C8B-B14F-4D97-AF65-F5344CB8AC3E}">
        <p14:creationId xmlns:p14="http://schemas.microsoft.com/office/powerpoint/2010/main" val="1410717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A36C1-4ABC-AC74-95AE-5ED2D3DE5A37}"/>
              </a:ext>
            </a:extLst>
          </p:cNvPr>
          <p:cNvSpPr>
            <a:spLocks noGrp="1"/>
          </p:cNvSpPr>
          <p:nvPr>
            <p:ph type="title"/>
          </p:nvPr>
        </p:nvSpPr>
        <p:spPr/>
        <p:txBody>
          <a:bodyPr/>
          <a:lstStyle/>
          <a:p>
            <a:r>
              <a:rPr lang="en-US" dirty="0"/>
              <a:t>MCP</a:t>
            </a:r>
          </a:p>
        </p:txBody>
      </p:sp>
      <p:sp>
        <p:nvSpPr>
          <p:cNvPr id="3" name="Content Placeholder 2">
            <a:extLst>
              <a:ext uri="{FF2B5EF4-FFF2-40B4-BE49-F238E27FC236}">
                <a16:creationId xmlns:a16="http://schemas.microsoft.com/office/drawing/2014/main" id="{912926FD-23AF-2200-7EAD-46121EDFF7A7}"/>
              </a:ext>
            </a:extLst>
          </p:cNvPr>
          <p:cNvSpPr>
            <a:spLocks noGrp="1"/>
          </p:cNvSpPr>
          <p:nvPr>
            <p:ph idx="1"/>
          </p:nvPr>
        </p:nvSpPr>
        <p:spPr/>
        <p:txBody>
          <a:bodyPr/>
          <a:lstStyle/>
          <a:p>
            <a:pPr marL="0" indent="0">
              <a:buNone/>
            </a:pPr>
            <a:r>
              <a:rPr lang="en-US" dirty="0"/>
              <a:t>The </a:t>
            </a:r>
            <a:r>
              <a:rPr lang="en-US" b="1" dirty="0"/>
              <a:t>Model Context Protocol (MCP)</a:t>
            </a:r>
            <a:r>
              <a:rPr lang="en-US" dirty="0"/>
              <a:t>, introduced by Anthropic in November 2024, is an open standard designed to revolutionize how Large Language Models (LLMs) integrate with external data and tools. It essentially acts as a "</a:t>
            </a:r>
            <a:r>
              <a:rPr lang="en-US" b="1" dirty="0"/>
              <a:t>universal adapter</a:t>
            </a:r>
            <a:r>
              <a:rPr lang="en-US" dirty="0"/>
              <a:t>" (often compared to a </a:t>
            </a:r>
            <a:r>
              <a:rPr lang="en-US" b="1" dirty="0"/>
              <a:t>USB-C port</a:t>
            </a:r>
            <a:r>
              <a:rPr lang="en-US" dirty="0"/>
              <a:t>) that allows any AI model to seamlessly "plug into" a wide variety of data sources—such as Google Drive, Slack, GitHub, or local databases—without needing custom, vendor-specific code for every connection.</a:t>
            </a:r>
          </a:p>
        </p:txBody>
      </p:sp>
    </p:spTree>
    <p:extLst>
      <p:ext uri="{BB962C8B-B14F-4D97-AF65-F5344CB8AC3E}">
        <p14:creationId xmlns:p14="http://schemas.microsoft.com/office/powerpoint/2010/main" val="4261757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F35F-4CF4-E7A4-707C-A76EE5D706D3}"/>
              </a:ext>
            </a:extLst>
          </p:cNvPr>
          <p:cNvSpPr>
            <a:spLocks noGrp="1"/>
          </p:cNvSpPr>
          <p:nvPr>
            <p:ph type="title"/>
          </p:nvPr>
        </p:nvSpPr>
        <p:spPr/>
        <p:txBody>
          <a:bodyPr/>
          <a:lstStyle/>
          <a:p>
            <a:r>
              <a:rPr lang="en-US" dirty="0"/>
              <a:t>Core Components and Architecture</a:t>
            </a:r>
          </a:p>
        </p:txBody>
      </p:sp>
      <p:sp>
        <p:nvSpPr>
          <p:cNvPr id="3" name="Content Placeholder 2">
            <a:extLst>
              <a:ext uri="{FF2B5EF4-FFF2-40B4-BE49-F238E27FC236}">
                <a16:creationId xmlns:a16="http://schemas.microsoft.com/office/drawing/2014/main" id="{96681389-B78F-93A1-0990-E1A981A3062D}"/>
              </a:ext>
            </a:extLst>
          </p:cNvPr>
          <p:cNvSpPr>
            <a:spLocks noGrp="1"/>
          </p:cNvSpPr>
          <p:nvPr>
            <p:ph idx="1"/>
          </p:nvPr>
        </p:nvSpPr>
        <p:spPr/>
        <p:txBody>
          <a:bodyPr>
            <a:normAutofit fontScale="92500"/>
          </a:bodyPr>
          <a:lstStyle/>
          <a:p>
            <a:pPr marL="0" indent="0">
              <a:buNone/>
            </a:pPr>
            <a:r>
              <a:rPr lang="en-US" dirty="0"/>
              <a:t>Core Components and Architecture:</a:t>
            </a:r>
          </a:p>
          <a:p>
            <a:r>
              <a:rPr lang="en-US" b="1" dirty="0"/>
              <a:t>MCP Host</a:t>
            </a:r>
            <a:r>
              <a:rPr lang="en-US" dirty="0"/>
              <a:t>: The user-facing AI application (e.g., Claude Desktop or an AI-powered IDE like Cursor) where the LLM resides.</a:t>
            </a:r>
          </a:p>
          <a:p>
            <a:r>
              <a:rPr lang="en-US" b="1" dirty="0"/>
              <a:t>MCP Client</a:t>
            </a:r>
            <a:r>
              <a:rPr lang="en-US" dirty="0"/>
              <a:t>: An intermediary within the host that translates requests between the LLM and the server.</a:t>
            </a:r>
          </a:p>
          <a:p>
            <a:r>
              <a:rPr lang="en-US" b="1" dirty="0"/>
              <a:t>MCP Server</a:t>
            </a:r>
            <a:r>
              <a:rPr lang="en-US" dirty="0"/>
              <a:t>: A lightweight program that exposes specific data or tools (e.g., a server that queries a database or searches local files).</a:t>
            </a:r>
          </a:p>
          <a:p>
            <a:r>
              <a:rPr lang="en-US" b="1" dirty="0"/>
              <a:t>Capabilities</a:t>
            </a:r>
            <a:r>
              <a:rPr lang="en-US" dirty="0"/>
              <a:t>: These servers offer </a:t>
            </a:r>
            <a:r>
              <a:rPr lang="en-US" b="1" dirty="0"/>
              <a:t>Resources</a:t>
            </a:r>
            <a:r>
              <a:rPr lang="en-US" dirty="0"/>
              <a:t> (data to be read), </a:t>
            </a:r>
            <a:r>
              <a:rPr lang="en-US" b="1" dirty="0"/>
              <a:t>Tools</a:t>
            </a:r>
            <a:r>
              <a:rPr lang="en-US" dirty="0"/>
              <a:t> (functions to be executed), and </a:t>
            </a:r>
            <a:r>
              <a:rPr lang="en-US" b="1" dirty="0"/>
              <a:t>Prompts</a:t>
            </a:r>
            <a:r>
              <a:rPr lang="en-US" dirty="0"/>
              <a:t> (pre-defined templates).</a:t>
            </a:r>
          </a:p>
          <a:p>
            <a:endParaRPr lang="en-US" dirty="0"/>
          </a:p>
        </p:txBody>
      </p:sp>
    </p:spTree>
    <p:extLst>
      <p:ext uri="{BB962C8B-B14F-4D97-AF65-F5344CB8AC3E}">
        <p14:creationId xmlns:p14="http://schemas.microsoft.com/office/powerpoint/2010/main" val="3050526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1BE8AC-1A00-3528-8806-E3F9991FC86E}"/>
              </a:ext>
            </a:extLst>
          </p:cNvPr>
          <p:cNvSpPr>
            <a:spLocks noGrp="1"/>
          </p:cNvSpPr>
          <p:nvPr>
            <p:ph idx="1"/>
          </p:nvPr>
        </p:nvSpPr>
        <p:spPr>
          <a:xfrm>
            <a:off x="838200" y="261257"/>
            <a:ext cx="10515600" cy="5915706"/>
          </a:xfrm>
        </p:spPr>
        <p:txBody>
          <a:bodyPr>
            <a:normAutofit fontScale="92500" lnSpcReduction="10000"/>
          </a:bodyPr>
          <a:lstStyle/>
          <a:p>
            <a:pPr marL="0" indent="0">
              <a:buNone/>
            </a:pPr>
            <a:r>
              <a:rPr lang="en-US" dirty="0"/>
              <a:t>Why MCP is Significant</a:t>
            </a:r>
          </a:p>
          <a:p>
            <a:pPr marL="514350" indent="-514350">
              <a:buFont typeface="+mj-lt"/>
              <a:buAutoNum type="arabicPeriod"/>
            </a:pPr>
            <a:r>
              <a:rPr lang="en-US" b="1" dirty="0"/>
              <a:t>Solves the "N x M" Integration Problem</a:t>
            </a:r>
            <a:r>
              <a:rPr lang="en-US" dirty="0"/>
              <a:t>: Previously, developers had to build unique connectors for every model-tool pairing. MCP provides a single standard, meaning you build the integration once, and it works across all MCP-compliant AI systems.</a:t>
            </a:r>
          </a:p>
          <a:p>
            <a:pPr marL="514350" indent="-514350">
              <a:buFont typeface="+mj-lt"/>
              <a:buAutoNum type="arabicPeriod"/>
            </a:pPr>
            <a:r>
              <a:rPr lang="en-US" b="1" dirty="0"/>
              <a:t>Reduces Hallucinations</a:t>
            </a:r>
            <a:r>
              <a:rPr lang="en-US" dirty="0"/>
              <a:t>: By providing models with a standardized path to real-time, reliable external data, MCP ensures responses are grounded in current facts rather than static training data.</a:t>
            </a:r>
          </a:p>
          <a:p>
            <a:pPr marL="514350" indent="-514350">
              <a:buFont typeface="+mj-lt"/>
              <a:buAutoNum type="arabicPeriod"/>
            </a:pPr>
            <a:r>
              <a:rPr lang="en-US" b="1" dirty="0"/>
              <a:t>Enables Agentic AI</a:t>
            </a:r>
            <a:r>
              <a:rPr lang="en-US" dirty="0"/>
              <a:t>: It transforms LLMs from static chat programs into "smart agents" capable of taking independent actions, such as searching Slack, querying databases, or even performing web searches.</a:t>
            </a:r>
          </a:p>
          <a:p>
            <a:pPr marL="514350" indent="-514350">
              <a:buFont typeface="+mj-lt"/>
              <a:buAutoNum type="arabicPeriod"/>
            </a:pPr>
            <a:r>
              <a:rPr lang="en-US" b="1" dirty="0"/>
              <a:t>Efficiency and Token Savings</a:t>
            </a:r>
            <a:r>
              <a:rPr lang="en-US" dirty="0"/>
              <a:t>: Advanced implementations like "Code Mode" allow agents to interact with MCP servers as code APIs, which can reduce token consumption by up to </a:t>
            </a:r>
            <a:r>
              <a:rPr lang="en-US" b="1" dirty="0"/>
              <a:t>98.7%</a:t>
            </a:r>
            <a:r>
              <a:rPr lang="en-US" dirty="0"/>
              <a:t> by loading only necessary data.</a:t>
            </a:r>
          </a:p>
        </p:txBody>
      </p:sp>
    </p:spTree>
    <p:extLst>
      <p:ext uri="{BB962C8B-B14F-4D97-AF65-F5344CB8AC3E}">
        <p14:creationId xmlns:p14="http://schemas.microsoft.com/office/powerpoint/2010/main" val="1647737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EF8D5-6517-4225-8C0B-2B6AA986219D}"/>
              </a:ext>
            </a:extLst>
          </p:cNvPr>
          <p:cNvSpPr>
            <a:spLocks noGrp="1"/>
          </p:cNvSpPr>
          <p:nvPr>
            <p:ph idx="1"/>
          </p:nvPr>
        </p:nvSpPr>
        <p:spPr>
          <a:xfrm>
            <a:off x="838200" y="361507"/>
            <a:ext cx="10515600" cy="5815456"/>
          </a:xfrm>
        </p:spPr>
        <p:txBody>
          <a:bodyPr/>
          <a:lstStyle/>
          <a:p>
            <a:pPr marL="0" indent="0">
              <a:buNone/>
            </a:pPr>
            <a:r>
              <a:rPr lang="en-US" b="1" dirty="0"/>
              <a:t>Current Ecosystem and Support</a:t>
            </a:r>
          </a:p>
          <a:p>
            <a:r>
              <a:rPr lang="en-US" b="1" dirty="0"/>
              <a:t>Adoption</a:t>
            </a:r>
            <a:r>
              <a:rPr lang="en-US" dirty="0"/>
              <a:t>: Since its launch, it has been rapidly adopted by major AI providers like </a:t>
            </a:r>
            <a:r>
              <a:rPr lang="en-US" b="1" dirty="0"/>
              <a:t>OpenAI</a:t>
            </a:r>
            <a:r>
              <a:rPr lang="en-US" dirty="0"/>
              <a:t> (ChatGPT Desktop), </a:t>
            </a:r>
            <a:r>
              <a:rPr lang="en-US" b="1" dirty="0"/>
              <a:t>Google DeepMind</a:t>
            </a:r>
            <a:r>
              <a:rPr lang="en-US" dirty="0"/>
              <a:t>, and developer tools like </a:t>
            </a:r>
            <a:r>
              <a:rPr lang="en-US" b="1" dirty="0" err="1"/>
              <a:t>Sourcegraph</a:t>
            </a:r>
            <a:r>
              <a:rPr lang="en-US" dirty="0"/>
              <a:t>, </a:t>
            </a:r>
            <a:r>
              <a:rPr lang="en-US" b="1" dirty="0"/>
              <a:t>Zed</a:t>
            </a:r>
            <a:r>
              <a:rPr lang="en-US" dirty="0"/>
              <a:t>, and </a:t>
            </a:r>
            <a:r>
              <a:rPr lang="en-US" b="1" dirty="0" err="1"/>
              <a:t>Replit</a:t>
            </a:r>
            <a:r>
              <a:rPr lang="en-US" dirty="0"/>
              <a:t>.</a:t>
            </a:r>
          </a:p>
          <a:p>
            <a:r>
              <a:rPr lang="en-US" b="1" dirty="0"/>
              <a:t>Open Source</a:t>
            </a:r>
            <a:r>
              <a:rPr lang="en-US" dirty="0"/>
              <a:t>: The protocol is now a project hosted by </a:t>
            </a:r>
            <a:r>
              <a:rPr lang="en-US" b="1" dirty="0"/>
              <a:t>The Linux Foundation</a:t>
            </a:r>
            <a:r>
              <a:rPr lang="en-US" dirty="0"/>
              <a:t> and includes SDKs for Python, TypeScript, Java, Go, and more.</a:t>
            </a:r>
          </a:p>
          <a:p>
            <a:r>
              <a:rPr lang="en-US" b="1" dirty="0"/>
              <a:t>Existing Integrations</a:t>
            </a:r>
            <a:r>
              <a:rPr lang="en-US" dirty="0"/>
              <a:t>: Anthropic provides pre-built servers for popular tools including </a:t>
            </a:r>
            <a:r>
              <a:rPr lang="en-US" b="1" dirty="0"/>
              <a:t>Google Drive, Slack, GitHub, Postgres, and Puppeteer</a:t>
            </a:r>
            <a:r>
              <a:rPr lang="en-US" dirty="0"/>
              <a:t>.</a:t>
            </a:r>
          </a:p>
          <a:p>
            <a:endParaRPr lang="en-US" dirty="0"/>
          </a:p>
        </p:txBody>
      </p:sp>
    </p:spTree>
    <p:extLst>
      <p:ext uri="{BB962C8B-B14F-4D97-AF65-F5344CB8AC3E}">
        <p14:creationId xmlns:p14="http://schemas.microsoft.com/office/powerpoint/2010/main" val="625612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BE686-B4B5-16B7-5773-9BAC14ABB466}"/>
              </a:ext>
            </a:extLst>
          </p:cNvPr>
          <p:cNvSpPr>
            <a:spLocks noGrp="1"/>
          </p:cNvSpPr>
          <p:nvPr>
            <p:ph type="title"/>
          </p:nvPr>
        </p:nvSpPr>
        <p:spPr/>
        <p:txBody>
          <a:bodyPr/>
          <a:lstStyle/>
          <a:p>
            <a:r>
              <a:rPr lang="en-US" dirty="0"/>
              <a:t>MCP Explained: The New Standard for AI Tool</a:t>
            </a:r>
          </a:p>
        </p:txBody>
      </p:sp>
      <p:pic>
        <p:nvPicPr>
          <p:cNvPr id="4" name="Online Media 3" title="Model Context Protocol (MCP) Explained: The New Standard for AI Tools?">
            <a:hlinkClick r:id="" action="ppaction://media"/>
            <a:extLst>
              <a:ext uri="{FF2B5EF4-FFF2-40B4-BE49-F238E27FC236}">
                <a16:creationId xmlns:a16="http://schemas.microsoft.com/office/drawing/2014/main" id="{E36D489B-ED7F-CF4D-1859-974771EBC90D}"/>
              </a:ext>
            </a:extLst>
          </p:cNvPr>
          <p:cNvPicPr>
            <a:picLocks noGrp="1" noRot="1" noChangeAspect="1"/>
          </p:cNvPicPr>
          <p:nvPr>
            <p:ph idx="1"/>
            <a:videoFile r:link="rId1"/>
          </p:nvPr>
        </p:nvPicPr>
        <p:blipFill>
          <a:blip r:embed="rId3"/>
          <a:stretch>
            <a:fillRect/>
          </a:stretch>
        </p:blipFill>
        <p:spPr>
          <a:xfrm>
            <a:off x="1164771" y="1825625"/>
            <a:ext cx="8780917" cy="4961553"/>
          </a:xfrm>
          <a:prstGeom prst="rect">
            <a:avLst/>
          </a:prstGeom>
        </p:spPr>
      </p:pic>
    </p:spTree>
    <p:extLst>
      <p:ext uri="{BB962C8B-B14F-4D97-AF65-F5344CB8AC3E}">
        <p14:creationId xmlns:p14="http://schemas.microsoft.com/office/powerpoint/2010/main" val="128027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A96E0-6F00-F34F-18EC-766DB5130978}"/>
              </a:ext>
            </a:extLst>
          </p:cNvPr>
          <p:cNvSpPr>
            <a:spLocks noGrp="1"/>
          </p:cNvSpPr>
          <p:nvPr>
            <p:ph type="title"/>
          </p:nvPr>
        </p:nvSpPr>
        <p:spPr/>
        <p:txBody>
          <a:bodyPr/>
          <a:lstStyle/>
          <a:p>
            <a:r>
              <a:rPr lang="en-US" dirty="0"/>
              <a:t>Use Perplexity</a:t>
            </a:r>
          </a:p>
        </p:txBody>
      </p:sp>
      <p:pic>
        <p:nvPicPr>
          <p:cNvPr id="5" name="Picture 4">
            <a:extLst>
              <a:ext uri="{FF2B5EF4-FFF2-40B4-BE49-F238E27FC236}">
                <a16:creationId xmlns:a16="http://schemas.microsoft.com/office/drawing/2014/main" id="{92D962B0-3554-C940-1F5E-688BFFD3EC02}"/>
              </a:ext>
            </a:extLst>
          </p:cNvPr>
          <p:cNvPicPr>
            <a:picLocks noChangeAspect="1"/>
          </p:cNvPicPr>
          <p:nvPr/>
        </p:nvPicPr>
        <p:blipFill>
          <a:blip r:embed="rId2"/>
          <a:stretch>
            <a:fillRect/>
          </a:stretch>
        </p:blipFill>
        <p:spPr>
          <a:xfrm>
            <a:off x="1353267" y="1680917"/>
            <a:ext cx="8286531" cy="4811957"/>
          </a:xfrm>
          <a:prstGeom prst="rect">
            <a:avLst/>
          </a:prstGeom>
        </p:spPr>
      </p:pic>
    </p:spTree>
    <p:extLst>
      <p:ext uri="{BB962C8B-B14F-4D97-AF65-F5344CB8AC3E}">
        <p14:creationId xmlns:p14="http://schemas.microsoft.com/office/powerpoint/2010/main" val="1611674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6FB48B-6F26-8A30-0912-482F5A6B5342}"/>
              </a:ext>
            </a:extLst>
          </p:cNvPr>
          <p:cNvPicPr>
            <a:picLocks noChangeAspect="1"/>
          </p:cNvPicPr>
          <p:nvPr/>
        </p:nvPicPr>
        <p:blipFill>
          <a:blip r:embed="rId2"/>
          <a:stretch>
            <a:fillRect/>
          </a:stretch>
        </p:blipFill>
        <p:spPr>
          <a:xfrm>
            <a:off x="2849525" y="627321"/>
            <a:ext cx="5983679" cy="6124621"/>
          </a:xfrm>
          <a:prstGeom prst="rect">
            <a:avLst/>
          </a:prstGeom>
        </p:spPr>
      </p:pic>
      <p:sp>
        <p:nvSpPr>
          <p:cNvPr id="6" name="TextBox 5">
            <a:extLst>
              <a:ext uri="{FF2B5EF4-FFF2-40B4-BE49-F238E27FC236}">
                <a16:creationId xmlns:a16="http://schemas.microsoft.com/office/drawing/2014/main" id="{122FB59A-BF55-A9FF-A85C-4234FD2AB4E6}"/>
              </a:ext>
            </a:extLst>
          </p:cNvPr>
          <p:cNvSpPr txBox="1"/>
          <p:nvPr/>
        </p:nvSpPr>
        <p:spPr>
          <a:xfrm>
            <a:off x="350874" y="5305647"/>
            <a:ext cx="854721" cy="369332"/>
          </a:xfrm>
          <a:prstGeom prst="rect">
            <a:avLst/>
          </a:prstGeom>
          <a:noFill/>
        </p:spPr>
        <p:txBody>
          <a:bodyPr wrap="none" rtlCol="0">
            <a:spAutoFit/>
          </a:bodyPr>
          <a:lstStyle/>
          <a:p>
            <a:r>
              <a:rPr lang="en-US" dirty="0"/>
              <a:t>Cipher</a:t>
            </a:r>
          </a:p>
        </p:txBody>
      </p:sp>
    </p:spTree>
    <p:extLst>
      <p:ext uri="{BB962C8B-B14F-4D97-AF65-F5344CB8AC3E}">
        <p14:creationId xmlns:p14="http://schemas.microsoft.com/office/powerpoint/2010/main" val="780020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E1A328-9E2C-4CE0-8282-F4C48BCAA89B}"/>
              </a:ext>
            </a:extLst>
          </p:cNvPr>
          <p:cNvPicPr>
            <a:picLocks noChangeAspect="1"/>
          </p:cNvPicPr>
          <p:nvPr/>
        </p:nvPicPr>
        <p:blipFill>
          <a:blip r:embed="rId2"/>
          <a:stretch>
            <a:fillRect/>
          </a:stretch>
        </p:blipFill>
        <p:spPr>
          <a:xfrm>
            <a:off x="2147336" y="947391"/>
            <a:ext cx="7897327" cy="4963218"/>
          </a:xfrm>
          <a:prstGeom prst="rect">
            <a:avLst/>
          </a:prstGeom>
        </p:spPr>
      </p:pic>
    </p:spTree>
    <p:extLst>
      <p:ext uri="{BB962C8B-B14F-4D97-AF65-F5344CB8AC3E}">
        <p14:creationId xmlns:p14="http://schemas.microsoft.com/office/powerpoint/2010/main" val="2231968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B21D-9F6E-155F-E436-B8D56E66C644}"/>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FF6CB760-363B-8417-0954-4F2AD8752C6B}"/>
              </a:ext>
            </a:extLst>
          </p:cNvPr>
          <p:cNvPicPr>
            <a:picLocks noChangeAspect="1"/>
          </p:cNvPicPr>
          <p:nvPr/>
        </p:nvPicPr>
        <p:blipFill>
          <a:blip r:embed="rId2"/>
          <a:stretch>
            <a:fillRect/>
          </a:stretch>
        </p:blipFill>
        <p:spPr>
          <a:xfrm>
            <a:off x="1928585" y="2090550"/>
            <a:ext cx="6949601" cy="4388400"/>
          </a:xfrm>
          <a:prstGeom prst="rect">
            <a:avLst/>
          </a:prstGeom>
        </p:spPr>
      </p:pic>
    </p:spTree>
    <p:extLst>
      <p:ext uri="{BB962C8B-B14F-4D97-AF65-F5344CB8AC3E}">
        <p14:creationId xmlns:p14="http://schemas.microsoft.com/office/powerpoint/2010/main" val="4280294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C8E1-3C8B-8FE5-379D-862FD797D2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A2CC61-8423-3F7F-7BA7-82AC8C95F29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54895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1942</TotalTime>
  <Words>3132</Words>
  <Application>Microsoft Office PowerPoint</Application>
  <PresentationFormat>Widescreen</PresentationFormat>
  <Paragraphs>177</Paragraphs>
  <Slides>49</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Google Sans Text</vt:lpstr>
      <vt:lpstr>Aptos</vt:lpstr>
      <vt:lpstr>Aptos Display</vt:lpstr>
      <vt:lpstr>Arial</vt:lpstr>
      <vt:lpstr>Office Theme</vt:lpstr>
      <vt:lpstr>Claude Code</vt:lpstr>
      <vt:lpstr>Remember</vt:lpstr>
      <vt:lpstr>PowerPoint Presentation</vt:lpstr>
      <vt:lpstr>Other Tools</vt:lpstr>
      <vt:lpstr>Author’s Suggestion</vt:lpstr>
      <vt:lpstr>What about OpenCode? Recommended by my coworker</vt:lpstr>
      <vt:lpstr>Core Features of OpenCode</vt:lpstr>
      <vt:lpstr>OpenCode installation on Windows</vt:lpstr>
      <vt:lpstr>First use of OpenCode</vt:lpstr>
      <vt:lpstr>PowerPoint Presentation</vt:lpstr>
      <vt:lpstr>PowerPoint Presentation</vt:lpstr>
      <vt:lpstr>Study Opencode later, now back to Claude Code</vt:lpstr>
      <vt:lpstr>Mark mentioned about Framer (build website)</vt:lpstr>
      <vt:lpstr>Three Main Pillars of Claude Code</vt:lpstr>
      <vt:lpstr>Mark mentioned about Genspark </vt:lpstr>
      <vt:lpstr>PowerPoint Presentation</vt:lpstr>
      <vt:lpstr>PowerPoint Presentation</vt:lpstr>
      <vt:lpstr>PowerPoint Presentation</vt:lpstr>
      <vt:lpstr>Mark also mentioned Claudia</vt:lpstr>
      <vt:lpstr>PowerPoint Presentation</vt:lpstr>
      <vt:lpstr>PowerPoint Presentation</vt:lpstr>
      <vt:lpstr>What is Claude Code</vt:lpstr>
      <vt:lpstr>Prerequisite</vt:lpstr>
      <vt:lpstr>Core Architecture of Node.js: How It Works</vt:lpstr>
      <vt:lpstr>Key Features of Node.js</vt:lpstr>
      <vt:lpstr>Common Use Case</vt:lpstr>
      <vt:lpstr>Browser JavaScript vs. Node.js</vt:lpstr>
      <vt:lpstr>Concept of Codebase</vt:lpstr>
      <vt:lpstr>Installation</vt:lpstr>
      <vt:lpstr>Download and Install Cursor</vt:lpstr>
      <vt:lpstr>PowerPoint Presentation</vt:lpstr>
      <vt:lpstr>This is likely in VS Code</vt:lpstr>
      <vt:lpstr>Mark also mentioned how to install Cursor</vt:lpstr>
      <vt:lpstr>PowerPoint Presentation</vt:lpstr>
      <vt:lpstr>In his video, Mark Kashef explains that you don't have to choose between Claude Code and Cursor; instead, he advocates for using them together in the same ecosystem to get the "best of both worlds".</vt:lpstr>
      <vt:lpstr>PowerPoint Presentation</vt:lpstr>
      <vt:lpstr>How to install Claude Code for VS Code extension in Cursor</vt:lpstr>
      <vt:lpstr>Avoid permissions when running Claude Code</vt:lpstr>
      <vt:lpstr>PowerPoint Presentation</vt:lpstr>
      <vt:lpstr>MCP</vt:lpstr>
      <vt:lpstr>Core Components and Architecture</vt:lpstr>
      <vt:lpstr>PowerPoint Presentation</vt:lpstr>
      <vt:lpstr>PowerPoint Presentation</vt:lpstr>
      <vt:lpstr>MCP Explained: The New Standard for AI Tool</vt:lpstr>
      <vt:lpstr>Use Perplexity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Paul</dc:creator>
  <cp:lastModifiedBy>Liu, Paul</cp:lastModifiedBy>
  <cp:revision>1</cp:revision>
  <dcterms:created xsi:type="dcterms:W3CDTF">2026-01-01T02:58:55Z</dcterms:created>
  <dcterms:modified xsi:type="dcterms:W3CDTF">2026-01-03T23:43:35Z</dcterms:modified>
</cp:coreProperties>
</file>