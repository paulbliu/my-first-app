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2A9D-0986-921E-B5B3-CBBD4C01C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6D282-1F89-149F-86F1-0797ACE7A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4E2A1-31C7-E8D9-BEE5-BB3C5F93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AC026-5F07-0259-A44A-AE865CA8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890E-F708-59F2-27DA-C9B99E20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9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805F-3BA4-A0AA-440F-B9B4AF95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90F6-D5A3-256F-383D-E646F6C0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4BC05-3F60-4C06-ABE2-3B4D1580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D11FF-3A3B-4516-A236-4C8F1138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9B73-89A0-3F1A-6B01-104E620A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AFBE-49A2-0A0E-5243-8D377177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CFF0F-D33F-7326-61BE-DF0E0DD22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27B27-67AD-DD14-C853-52DC05F3C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01FC9-22FB-C3D7-4807-97A423EC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1B661-8C09-673A-F313-98B2D58C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716F-26ED-04A9-4681-C47D24293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C0974-AA84-072D-B387-6600F7D1A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F0F35-9E46-73DD-F088-2A9B8C751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82A38-E84F-52E2-EB17-4FA8534D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C78EC-A954-9508-F3FB-77B7EE60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E2601-D63F-1A11-5973-8E9B9BE4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2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7D4E-43B1-9CBC-B858-07C36F39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D7ABA-0003-CA3D-DB53-7A932DC46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79089-6488-324C-1283-43B6A752A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AB60C-9595-D48B-F369-0C18843B4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BF9D6-843D-575C-49F9-FA31319AE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2378-B23D-8188-C396-17482DEC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96E54-FC76-96D8-EF1D-B600EC36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B288D-30F0-8339-5886-AB951219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4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23EF-975B-F6FB-4CBF-4E819B7A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C96F9-E71D-F2E6-4910-01652909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31CCC-5D89-3D7C-DB52-CC2A6B6A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37C98-0FA6-41A8-4BF1-E05A59BB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1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2D70B-3807-E544-835B-E5B48B12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57517-87AE-E79D-B039-F88BF438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D0F87-09D8-3A4B-0015-602ED50D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1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1C7D-139A-FA87-6E17-92778FAC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A957-B583-C112-D058-685F5A8F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77BA-048E-CAAF-08FE-30F2A755E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D30E0-7C5F-9E12-F334-17D119BB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222C0-0516-9CF9-3E9F-C2B5DC5BE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1CFC2-7BAB-692D-CF2D-D740D6B1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0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37EC-FB37-EAA9-30E0-20FD6081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F33C8-0E7D-F114-E010-0A059EE28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E4FBB-DD29-0274-84A1-C2F6162EF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D6754-572D-69D7-2EBE-B62DB4AF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F0F6F-7B23-CF6B-5E45-B3248505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0FD9D-ADB2-FF05-E4F7-914822E9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7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9D1F-A185-F22C-BEA1-AA3CF263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943E0-5DAB-21D2-0938-1438200E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D113F-DFCE-C270-C33D-84B34365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B406-F194-92FC-43CF-AF942B77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83AD-92B7-6174-426F-D8748882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2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86AA9-707C-FA58-1DBE-52EDBDD70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9251B-4E62-3FAF-00AB-2DBEAC323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7748A-0D27-A722-6B2A-62EC64BD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F29F-867E-EAE0-D086-92B847A1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CDBFD-7257-091E-09ED-81B8F28F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1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991B41-E48A-9DE9-55E4-C8112832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CA0E4-53B0-AC63-DC74-674065F7D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B11E-82B6-5061-A8B6-A75D3D76B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703F5-558C-47FF-A411-771B7D93155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6C122-4668-DDB1-6DE6-838598706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72192-876A-37B7-A074-CCA3E3508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7D8ED-DFD9-472B-99F7-88EC92A8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0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L4ha7xeTvH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05C2-1BC1-0B0F-8C13-FF305C34B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next.js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A667E-4916-437E-62F3-8785E818C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5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5092-3C98-FE71-E347-6EBA91BF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next.js?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6C71-2BD8-C231-9F72-12CBADB3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Next.js</a:t>
            </a:r>
            <a:r>
              <a:rPr lang="en-US" dirty="0"/>
              <a:t> is a powerful full-stack </a:t>
            </a:r>
            <a:r>
              <a:rPr lang="en-US" b="1" dirty="0"/>
              <a:t>web development framework </a:t>
            </a:r>
            <a:r>
              <a:rPr lang="en-US" dirty="0"/>
              <a:t>built on top of </a:t>
            </a:r>
            <a:r>
              <a:rPr lang="en-US" b="1" dirty="0"/>
              <a:t>React</a:t>
            </a:r>
            <a:r>
              <a:rPr lang="en-US" dirty="0"/>
              <a:t> [1.2, 1.3]. While React is a library focused on building user interfaces, Next.js provides the extra structure and "production-ready" features needed to build complete, fast, and </a:t>
            </a:r>
            <a:r>
              <a:rPr lang="en-US" dirty="0">
                <a:highlight>
                  <a:srgbClr val="FFFF00"/>
                </a:highlight>
              </a:rPr>
              <a:t>SEO-friendly applications </a:t>
            </a:r>
            <a:r>
              <a:rPr lang="en-US" dirty="0"/>
              <a:t>[1.3, 3.1]. (</a:t>
            </a:r>
            <a:r>
              <a:rPr lang="en-US" dirty="0">
                <a:highlight>
                  <a:srgbClr val="FFFF00"/>
                </a:highlight>
              </a:rPr>
              <a:t>S</a:t>
            </a:r>
            <a:r>
              <a:rPr lang="en-US" dirty="0"/>
              <a:t>earch </a:t>
            </a:r>
            <a:r>
              <a:rPr lang="en-US" dirty="0">
                <a:highlight>
                  <a:srgbClr val="FFFF00"/>
                </a:highlight>
              </a:rPr>
              <a:t>E</a:t>
            </a:r>
            <a:r>
              <a:rPr lang="en-US" dirty="0"/>
              <a:t>ngine </a:t>
            </a:r>
            <a:r>
              <a:rPr lang="en-US" dirty="0">
                <a:highlight>
                  <a:srgbClr val="FFFF00"/>
                </a:highlight>
              </a:rPr>
              <a:t>O</a:t>
            </a:r>
            <a:r>
              <a:rPr lang="en-US" dirty="0"/>
              <a:t>ptimization)</a:t>
            </a:r>
          </a:p>
          <a:p>
            <a:pPr marL="0" indent="0">
              <a:buNone/>
            </a:pPr>
            <a:r>
              <a:rPr lang="en-US" dirty="0"/>
              <a:t>Created and maintained by </a:t>
            </a:r>
            <a:r>
              <a:rPr lang="en-US" b="1" dirty="0" err="1"/>
              <a:t>Vercel</a:t>
            </a:r>
            <a:r>
              <a:rPr lang="en-US" dirty="0"/>
              <a:t>, it is widely considered the industry standard for modern React development [1.2, 1.3].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Why do developers use Next.js instead of just React?</a:t>
            </a:r>
          </a:p>
          <a:p>
            <a:pPr marL="0" indent="0">
              <a:buNone/>
            </a:pPr>
            <a:r>
              <a:rPr lang="en-US" dirty="0"/>
              <a:t>In a standard React app, the browser receives a nearly empty HTML file and has to build the page using JavaScript (Client-Side Rendering). This can lead to slow initial loads and poor SEO [3.4, 3.5]. Next.js solves this by offering </a:t>
            </a:r>
            <a:r>
              <a:rPr lang="en-US" b="1" dirty="0"/>
              <a:t>Pre-rendering</a:t>
            </a:r>
            <a:r>
              <a:rPr lang="en-US" dirty="0"/>
              <a:t> [2.1]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5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845-D2AD-F886-DAF2-BC08BE0E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9669-6E6B-F98E-316E-26DFE5342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Hybrid Rendering:</a:t>
            </a:r>
            <a:r>
              <a:rPr lang="en-US" dirty="0"/>
              <a:t> You can choose how each individual page is rendered</a:t>
            </a:r>
          </a:p>
          <a:p>
            <a:pPr lvl="1"/>
            <a:r>
              <a:rPr lang="en-US" b="1" dirty="0"/>
              <a:t>Static Site Generation (SSG)</a:t>
            </a:r>
            <a:r>
              <a:rPr lang="en-US" dirty="0"/>
              <a:t>: Generates pages at "build time." These are lightning-fast because they are served as static files from a global CDN [4.1, 4.3].</a:t>
            </a:r>
          </a:p>
          <a:p>
            <a:pPr lvl="1"/>
            <a:r>
              <a:rPr lang="en-US" b="1" dirty="0"/>
              <a:t>Server-Side Rendering (SSR)</a:t>
            </a:r>
            <a:r>
              <a:rPr lang="en-US" dirty="0"/>
              <a:t>: Generates a fresh page on every request. This is ideal for personalized data or real-time content (like a user dashboard) [4.3, 4.5].</a:t>
            </a:r>
          </a:p>
          <a:p>
            <a:pPr lvl="1"/>
            <a:r>
              <a:rPr lang="en-US" b="1" dirty="0"/>
              <a:t>Incremental Static Regeneration (ISR)</a:t>
            </a:r>
            <a:r>
              <a:rPr lang="en-US" dirty="0"/>
              <a:t>: Allows you to update static pages after you’ve built your site, without needing a full rebuild [4.1, 4.4]. </a:t>
            </a:r>
          </a:p>
          <a:p>
            <a:r>
              <a:rPr lang="en-US" b="1" dirty="0"/>
              <a:t>File-based Routing:</a:t>
            </a:r>
            <a:r>
              <a:rPr lang="en-US" dirty="0"/>
              <a:t> You don't need to write complex code to manage URLs. Simply adding a file to the app or pages folder automatically creates a new route (e.g., about.js becomes yourdomain.com/about) </a:t>
            </a:r>
          </a:p>
          <a:p>
            <a:r>
              <a:rPr lang="en-US" b="1" dirty="0"/>
              <a:t>Automatic Optimizations:</a:t>
            </a:r>
            <a:r>
              <a:rPr lang="en-US" dirty="0"/>
              <a:t> It includes built-in tools for </a:t>
            </a:r>
            <a:r>
              <a:rPr lang="en-US" b="1" dirty="0"/>
              <a:t>Image Optimization</a:t>
            </a:r>
            <a:r>
              <a:rPr lang="en-US" dirty="0"/>
              <a:t> (resizing and lazy loading), </a:t>
            </a:r>
            <a:r>
              <a:rPr lang="en-US" b="1" dirty="0"/>
              <a:t>Font Optimization</a:t>
            </a:r>
            <a:r>
              <a:rPr lang="en-US" dirty="0"/>
              <a:t>, and </a:t>
            </a:r>
            <a:r>
              <a:rPr lang="en-US" b="1" dirty="0"/>
              <a:t>Fast Refresh</a:t>
            </a:r>
            <a:r>
              <a:rPr lang="en-US" dirty="0"/>
              <a:t> for a smooth development experience</a:t>
            </a:r>
          </a:p>
          <a:p>
            <a:r>
              <a:rPr lang="en-US" b="1" dirty="0"/>
              <a:t>Full-Stack Capabilities:</a:t>
            </a:r>
            <a:r>
              <a:rPr lang="en-US" dirty="0"/>
              <a:t> You can write both your frontend and backend (API routes) in the same project, making it a "one-stop shop" for web apps</a:t>
            </a:r>
          </a:p>
        </p:txBody>
      </p:sp>
    </p:spTree>
    <p:extLst>
      <p:ext uri="{BB962C8B-B14F-4D97-AF65-F5344CB8AC3E}">
        <p14:creationId xmlns:p14="http://schemas.microsoft.com/office/powerpoint/2010/main" val="121303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8670-EBC3-2B85-D18B-7D15BB86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8B3BE3-79C4-E3DD-3500-79882AE8CD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86546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954960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071523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1273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React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Next.js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0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JavaScript Library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Full-Stack Framework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1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Rendering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Client-side only (by default)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SSR, SSG, ISR, and CSR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7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Harder to optimize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 out-of-the-box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726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Routing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Requires extra libraries (React Router)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Built-in (file-based)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Performance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Depends on client device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(server-side power)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6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75305BF-EE84-C0D8-ECC0-4DCA92357BD9}"/>
              </a:ext>
            </a:extLst>
          </p:cNvPr>
          <p:cNvSpPr/>
          <p:nvPr/>
        </p:nvSpPr>
        <p:spPr>
          <a:xfrm>
            <a:off x="957943" y="4221186"/>
            <a:ext cx="9448800" cy="2271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Next.js is the preferred choice for E-commerce sites, Marketing pages, and Blogs where speed and Google rankings (SEO) are critical [1.3, 1.4]. It is also great for large-scale enterprise applications that need to stay organized as they grow</a:t>
            </a:r>
          </a:p>
          <a:p>
            <a:r>
              <a:rPr lang="en-US" dirty="0"/>
              <a:t>Check out this 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introductory guide to Next.js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a quick visual summary of these core benefits. This video is relevant as it provides a concise, beginner-friendly overview of how Next.js enhances React by adding server-side power and zero-config routing</a:t>
            </a:r>
          </a:p>
        </p:txBody>
      </p:sp>
    </p:spTree>
    <p:extLst>
      <p:ext uri="{BB962C8B-B14F-4D97-AF65-F5344CB8AC3E}">
        <p14:creationId xmlns:p14="http://schemas.microsoft.com/office/powerpoint/2010/main" val="47989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Google Sans Text</vt:lpstr>
      <vt:lpstr>Aptos</vt:lpstr>
      <vt:lpstr>Aptos Display</vt:lpstr>
      <vt:lpstr>Arial</vt:lpstr>
      <vt:lpstr>Office Theme</vt:lpstr>
      <vt:lpstr>What is next.js</vt:lpstr>
      <vt:lpstr>What is next.js?</vt:lpstr>
      <vt:lpstr>Core Features &amp; Benefits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2026-01-05T01:44:46Z</dcterms:created>
  <dcterms:modified xsi:type="dcterms:W3CDTF">2026-01-05T01:45:57Z</dcterms:modified>
</cp:coreProperties>
</file>