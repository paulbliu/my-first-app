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3" r:id="rId5"/>
    <p:sldId id="27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3" autoAdjust="0"/>
    <p:restoredTop sz="94660"/>
  </p:normalViewPr>
  <p:slideViewPr>
    <p:cSldViewPr snapToGrid="0">
      <p:cViewPr varScale="1">
        <p:scale>
          <a:sx n="88" d="100"/>
          <a:sy n="88" d="100"/>
        </p:scale>
        <p:origin x="9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29D5F-7DC8-38CD-2BCC-458CB384E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9CB08D-5F79-5A2A-507D-DBC58A0BB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DDADE-F0BA-ED27-26D2-CDB6D7B13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2DDF-E09B-498C-B307-6740E6BA079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13FCF-71C6-E376-F400-738F15846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E9879-A009-9BB3-381E-836689ED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25F8-5F01-4B7A-AB57-33751415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16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E44D7-7313-4E25-C97D-962D5277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8513C-869A-A54E-2E70-A3BDF6A88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7A4A0-8A8A-493C-F464-7B7D30773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2DDF-E09B-498C-B307-6740E6BA079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C2054-D58A-DABE-45A9-F02470E2E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8F299-CF45-3C5C-EAF1-60295096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25F8-5F01-4B7A-AB57-33751415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01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95D8-0020-FAA0-383E-89D5DEBFD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0F6FA-3047-C2F0-475B-31FB53D36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B904A-6BBB-655F-0C7B-F667FEFAC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2DDF-E09B-498C-B307-6740E6BA079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EA84A-AE5C-5E50-1B85-6785D85C4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0156C-3444-B5F9-75C1-5BC2B08B0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25F8-5F01-4B7A-AB57-33751415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27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62A0-9E89-CEA5-F13F-34BA6E4A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DDB6D-107F-E050-F77D-88AA61A0E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CD89D-ADF9-BCB5-47C6-52346B318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12F9C-D53C-CB89-C776-64FA753CB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2DDF-E09B-498C-B307-6740E6BA079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6E0AF-E8DC-CD4B-5628-391B0330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D8ADA-D7F5-42AE-F51F-6E2198BEA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25F8-5F01-4B7A-AB57-33751415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70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15C8E-E1FA-2647-AC3D-1B9264972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F2D89-E588-4338-6FF0-BCE2C0D3E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BAEF6-0E6B-9647-BC32-87EED785A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459992-7FC1-1945-419C-AF619B662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1F2B96-7B22-8A7E-FBC5-03EFD171F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289E2F-40B4-E758-75C3-4D7F974AA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2DDF-E09B-498C-B307-6740E6BA079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B89183-FCDD-AE03-6233-282F8613A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81B0DB-C48D-6F58-3593-804A5449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25F8-5F01-4B7A-AB57-33751415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16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09CF-89B7-ECB8-1D20-F55A5334F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EF6F9-B16F-5329-5B19-B8F8FB10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2DDF-E09B-498C-B307-6740E6BA079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64E744-5EAF-6301-C0AA-76864AEAE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7DA07-07E3-21ED-AE30-4494D7BC7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25F8-5F01-4B7A-AB57-33751415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60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17C313-5E99-F489-25E9-FCBC0274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2DDF-E09B-498C-B307-6740E6BA079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6848D1-8C68-EEB3-2BD3-3DE9862A2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3E091-68E4-A5E9-5858-BD5DDEAF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25F8-5F01-4B7A-AB57-33751415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55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497BF-5F97-DF29-CDCE-894FB6850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C7A9E-1C4C-BD9B-3989-F8E7D6F8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CA5E7-E974-4147-7DF0-3EDE5C022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B530E-6270-A3A7-2659-E32CFDA83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2DDF-E09B-498C-B307-6740E6BA079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FFCE5-49E8-7BAB-75BE-B3D79649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6CCCF-8EED-AEC7-A512-A11678E5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25F8-5F01-4B7A-AB57-33751415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13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B896-7842-D2AD-991E-A6403CC6E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6BD43E-FE35-7A82-252A-96191AF92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421CA0-DDE7-19BE-B548-10CF3143E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9A752-8DA2-ACA6-2574-E86519E8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2DDF-E09B-498C-B307-6740E6BA079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73F72-E839-54A0-F292-2C9AC669C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21EDF-4D63-7EBE-3C8E-034490673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25F8-5F01-4B7A-AB57-33751415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08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999F-77A5-4CBF-25F1-8E04B82E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FF123-A005-1582-70BC-CFF71F287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1AF71-858E-C570-7F90-6EE76A5F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2DDF-E09B-498C-B307-6740E6BA079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91874-448E-3ED0-9C76-4AEF77A52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64C55-B44C-C7C9-B7A3-2803CEEA2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25F8-5F01-4B7A-AB57-33751415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4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2B5B08-6951-C07C-0770-1065674C05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5633E-20A9-C708-6E6C-552204ACE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CFB94-00F0-ED58-B256-B2EE30324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2DDF-E09B-498C-B307-6740E6BA079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8970D-00D9-ED3B-74CE-DA56A9CD4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D74D9-8589-0974-5BD1-FE4A4EE4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F25F8-5F01-4B7A-AB57-33751415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31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9544B0-AA20-4740-5CFA-CA83155AC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41297-C90F-292A-54B7-D29DDC335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1DAC6-BE8C-A545-9AF4-C48F0813CE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02DDF-E09B-498C-B307-6740E6BA079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757CF-570E-C18D-18EE-FBF5CECB1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3112E-C015-39E0-2373-4031F91C2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CF25F8-5F01-4B7A-AB57-337514159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47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GqgHNPlXeY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DC18-0E95-499F-5943-420389F861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Supabase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A81CA-9836-5ED8-D850-65CCACC7ED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411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6F08-FEA1-20E5-4023-64A52C26A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Supabase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30DF1-4C60-FB96-0159-44A92E33F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powerful "Backend-as-a-Service" (BaaS) platform that allows you to build and host the </a:t>
            </a:r>
            <a:r>
              <a:rPr lang="en-US" dirty="0">
                <a:highlight>
                  <a:srgbClr val="FFFF00"/>
                </a:highlight>
              </a:rPr>
              <a:t>back end of your web or mobile applications </a:t>
            </a:r>
            <a:r>
              <a:rPr lang="en-US" dirty="0"/>
              <a:t>without having to manage servers yourself.</a:t>
            </a:r>
          </a:p>
          <a:p>
            <a:pPr marL="0" indent="0">
              <a:buNone/>
            </a:pPr>
            <a:r>
              <a:rPr lang="en-US" dirty="0"/>
              <a:t>It is widely known as the </a:t>
            </a:r>
            <a:r>
              <a:rPr lang="en-US" b="1" dirty="0"/>
              <a:t>open-source alternative to </a:t>
            </a:r>
            <a:r>
              <a:rPr lang="en-US" b="1" dirty="0">
                <a:solidFill>
                  <a:srgbClr val="FF0000"/>
                </a:solidFill>
              </a:rPr>
              <a:t>Firebase</a:t>
            </a:r>
            <a:r>
              <a:rPr lang="en-US" dirty="0"/>
              <a:t>. While Firebase uses a NoSQL (document-style) database, Supabase is built on </a:t>
            </a:r>
            <a:r>
              <a:rPr lang="en-US" b="1" dirty="0"/>
              <a:t>PostgreSQL</a:t>
            </a:r>
            <a:r>
              <a:rPr lang="en-US" dirty="0"/>
              <a:t>, a robust and popular relational database that uses SQL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285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B00A2-0FCC-F1BD-E881-2E8383F4A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E0407-84C3-95AF-F5F8-E73FF8456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Supabase</a:t>
            </a:r>
            <a:r>
              <a:rPr lang="en-US" dirty="0"/>
              <a:t> provides a "full-stack" toolkit that gives you everything you need for a modern app out of the box:</a:t>
            </a:r>
          </a:p>
          <a:p>
            <a:r>
              <a:rPr lang="en-US" b="1" dirty="0"/>
              <a:t>Database (PostgreSQL)</a:t>
            </a:r>
            <a:r>
              <a:rPr lang="en-US" dirty="0"/>
              <a:t>: A full relational database where your data lives. You can write complex queries, use joins, and define relationships between tables [1.3, 2.3].</a:t>
            </a:r>
          </a:p>
          <a:p>
            <a:r>
              <a:rPr lang="en-US" b="1" dirty="0"/>
              <a:t>Authentication</a:t>
            </a:r>
            <a:r>
              <a:rPr lang="en-US" dirty="0"/>
              <a:t>: A built-in user management system. It supports email/password logins, magic links, and social logins (Google, GitHub, Facebook, etc.) [1.3, 2.2].</a:t>
            </a:r>
          </a:p>
          <a:p>
            <a:r>
              <a:rPr lang="en-US" b="1" dirty="0"/>
              <a:t>Realtime</a:t>
            </a:r>
            <a:r>
              <a:rPr lang="en-US" dirty="0"/>
              <a:t>: This allows you to "listen" to changes in your database. If someone updates a row, your app can automatically show the new data without the user refreshing the page [1.3, 1.5].</a:t>
            </a:r>
          </a:p>
          <a:p>
            <a:r>
              <a:rPr lang="en-US" b="1" dirty="0"/>
              <a:t>Storage</a:t>
            </a:r>
            <a:r>
              <a:rPr lang="en-US" dirty="0"/>
              <a:t>: A place to store large files like images, videos, and PDFs in "buckets" [1.3, 1.4].Edge Functions: Small pieces of code (written in TypeScript/Deno) that run close to your users for tasks like processing payments or sending emails [1.4, 2.3]</a:t>
            </a:r>
          </a:p>
        </p:txBody>
      </p:sp>
    </p:spTree>
    <p:extLst>
      <p:ext uri="{BB962C8B-B14F-4D97-AF65-F5344CB8AC3E}">
        <p14:creationId xmlns:p14="http://schemas.microsoft.com/office/powerpoint/2010/main" val="35770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D948-8A24-BA1A-FBE3-11D846627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Supabase vs. Firebase: Which to choose?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23080A-D18A-3786-286D-C3A8F56AD1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35334"/>
          <a:ext cx="10515600" cy="3931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498567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511963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954212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Supabase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Firebase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841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Database Type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Relational (SQL)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- Best for complex data [2.2]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NoSQL (JSON)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- Best for unstructured data [2.2]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076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Open Source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Yes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- You can host it yourself if you want [2.3]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- Proprietary to Google [2.3]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397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Integrity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(Schemas and foreign keys) [1.3]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Flexible (Schemaless) [2.3]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006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Realtime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Great for database changes [1.3]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Exceptional (Battle-tested for high scale) [2.4]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858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Cost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Predictable tiered pricing [2.3]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Usage-based (can "surprise" you) [2.3]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812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067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7C47F-DCB8-327F-C65A-A2B13F379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55104-6CA2-EF29-9898-24EEA48B2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If you are building an app with </a:t>
            </a:r>
            <a:r>
              <a:rPr lang="en-US" sz="2000" b="1" dirty="0"/>
              <a:t>Claude Code</a:t>
            </a:r>
            <a:r>
              <a:rPr lang="en-US" sz="2000" dirty="0"/>
              <a:t> or </a:t>
            </a:r>
            <a:r>
              <a:rPr lang="en-US" sz="2000" b="1" dirty="0"/>
              <a:t>Next.js</a:t>
            </a:r>
            <a:r>
              <a:rPr lang="en-US" sz="2000" dirty="0"/>
              <a:t>, Supabase is often the favorite choice because:</a:t>
            </a:r>
          </a:p>
          <a:p>
            <a:pPr marL="0" indent="0">
              <a:buNone/>
            </a:pPr>
            <a:r>
              <a:rPr lang="en-US" sz="2000" b="1" dirty="0"/>
              <a:t>Speed</a:t>
            </a:r>
            <a:r>
              <a:rPr lang="en-US" sz="2000" dirty="0"/>
              <a:t>: You can have a fully functional database and auth system running in minutes [1.4].</a:t>
            </a:r>
          </a:p>
          <a:p>
            <a:pPr marL="0" indent="0">
              <a:buNone/>
            </a:pPr>
            <a:r>
              <a:rPr lang="en-US" sz="2000" b="1" dirty="0"/>
              <a:t>SQL Power</a:t>
            </a:r>
            <a:r>
              <a:rPr lang="en-US" sz="2000" dirty="0"/>
              <a:t>: You have the full power of PostgreSQL, which means you can do deep data analysis and reporting easily [1.5].</a:t>
            </a:r>
          </a:p>
          <a:p>
            <a:pPr marL="0" indent="0">
              <a:buNone/>
            </a:pPr>
            <a:r>
              <a:rPr lang="en-US" sz="2000" b="1" dirty="0"/>
              <a:t>Predictable Billing</a:t>
            </a:r>
            <a:r>
              <a:rPr lang="en-US" sz="2000" dirty="0"/>
              <a:t>: Their "Pro" plan starts at $25/month, making it easier to budget than "pay-per-request" models [3.1, 3.5].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2C864-EC30-BBBB-33CF-F8229E84921C}"/>
              </a:ext>
            </a:extLst>
          </p:cNvPr>
          <p:cNvSpPr/>
          <p:nvPr/>
        </p:nvSpPr>
        <p:spPr>
          <a:xfrm>
            <a:off x="1121229" y="4659086"/>
            <a:ext cx="10232571" cy="18337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Would you like me to show you how to set up your first Supabase project and get your API keys for Claude Code?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Supabase</a:t>
            </a:r>
            <a:r>
              <a:rPr lang="en-US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Game Changer Database Explained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This video is relevant because it explains the core shift from traditional databases to Supabase and why it's becoming the top choice for modern web and mobile developers.</a:t>
            </a:r>
          </a:p>
        </p:txBody>
      </p:sp>
    </p:spTree>
    <p:extLst>
      <p:ext uri="{BB962C8B-B14F-4D97-AF65-F5344CB8AC3E}">
        <p14:creationId xmlns:p14="http://schemas.microsoft.com/office/powerpoint/2010/main" val="1539024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535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Google Sans Text</vt:lpstr>
      <vt:lpstr>Aptos</vt:lpstr>
      <vt:lpstr>Aptos Display</vt:lpstr>
      <vt:lpstr>Arial</vt:lpstr>
      <vt:lpstr>Office Theme</vt:lpstr>
      <vt:lpstr>What is Supabase</vt:lpstr>
      <vt:lpstr>What is Supabase</vt:lpstr>
      <vt:lpstr>Core Components</vt:lpstr>
      <vt:lpstr>Supabase vs. Firebase: Which to choose?</vt:lpstr>
      <vt:lpstr>Why use it?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Paul</dc:creator>
  <cp:lastModifiedBy>Liu, Paul</cp:lastModifiedBy>
  <cp:revision>1</cp:revision>
  <dcterms:created xsi:type="dcterms:W3CDTF">2026-01-05T01:46:16Z</dcterms:created>
  <dcterms:modified xsi:type="dcterms:W3CDTF">2026-01-05T01:47:22Z</dcterms:modified>
</cp:coreProperties>
</file>