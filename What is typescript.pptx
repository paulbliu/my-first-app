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238B-9391-092A-0030-5A77385AA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864CC-DB41-605E-0A73-358FAA3D1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17863-FC17-3B2B-1580-AA449181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E9D7-DE32-FCC6-9EDE-E5A45D23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79395-52E9-EFC7-3FDF-84CEDF8B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6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D4C6-DFDC-D8B1-B55F-8A74B9CB2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6BF0C-1021-9101-2D5C-C7EB596CF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0C44-79BF-D7CF-E671-D905C565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8E42-A6B1-B0C9-9862-4C27E442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50638-98EE-B3FC-EA4E-0C8E67F1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F23BA-9BA6-57EE-F50E-7DFEE25F5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07B6A-3115-BF17-59FC-8C7750B2C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0C8D4-F07A-E0BE-F269-BF554B70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4AEA9-44ED-5F06-BD5C-DB4D81B8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93C97-9287-AE0B-B7D4-3D9BB754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023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DC31-99B5-6780-3ED4-13192FAA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644F8-7529-93DE-B1DA-DED5F6927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31C9C-A46B-14FF-41A1-53BB359FA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64577-7B6A-4B01-691D-8648CBC6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096D9-9432-519B-C375-528339367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B8AE6-9D08-D8D7-B8E8-9D71BA4D9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5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8CE3-1BC4-E6E8-BC70-ADD24900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1AD9D-1459-7A04-0608-E7414FFC3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04F0F-99D5-0D8E-7F03-E6903FD4A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36A7A4-75FA-9E1A-A4D0-AE7A4CF13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846998-B576-5B1C-8081-F3697D7A9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4E64-23CD-1912-90F5-2873ABCBF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66314-05ED-8CD3-813E-A2BB0E0ED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3FB2E7-1D62-4351-8B31-91722027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4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53DD-5F57-F7AF-77DA-548EEE714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16AA1-CD6C-A392-8A3C-E36D1F51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461A5-F47C-7DB9-274D-FDF1FCE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47A93-1CD5-DBE5-4BEB-69FF666A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3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76DC7-A3B0-2578-5174-F7B14EF07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B6F20-8815-3088-9EAF-D1C927089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2F4D-96D0-1539-3FD0-D9092E59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7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592D-DDFB-9DE6-3038-617808FEC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84CDC-94D6-211A-A3DA-A9E046E3B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BAE94-21B7-3F12-F777-97546C2F1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43FB2-D1BD-48AB-0BE1-14B4C490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29124-C9E1-FA3B-A54F-E4866AE6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B34B8-66F9-1CA9-F33B-F3F23630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5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456D-BD4F-5081-E009-343762D8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F501F-9EF3-373C-5F30-321146890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284C9-4E5B-CF46-C2DA-5B466B75B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E5D9B-7AAF-B1E8-3D98-E87D2242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F307C-A161-6888-90EA-D740E2C1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E2ACD-2987-D259-AAED-DF3AA67D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91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6D39-C529-419D-D8D9-0E99A34B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1CFE5-C451-E658-002B-F4A7CFD3B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34871-FC56-4796-9431-1AD50719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DCB9C-E513-31B4-E3EE-144A876C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25A9A-929B-389B-564A-E584346D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00EC-9313-D5F3-9F05-857B19B67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4CE40-2637-4AC0-81A4-6A7DB8546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BB765-70BB-DBE9-57BB-05657BF1D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B43A6-9B51-9595-C2A3-4304C25F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27F4D-1084-444A-533E-826879AF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97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77261E-343C-BEE9-39F2-C32FC1695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0F8A7-035E-3A89-D5F7-310278AB7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CEE58-4CBD-847D-F7EC-F3C91555C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A218E-159A-462C-8B53-FBA4A9B2038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B4DB0-B265-24C7-3A98-AB7746E4B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A7982-731C-DC68-C6DB-FD42F636F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1C7E8-01C4-40BB-B574-F9F6D8CA3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5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117A-A475-4814-5CF3-A7CE551185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/>
              <a:t>is typescript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56EBA-F9EB-B590-BF0A-2204AF1DD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71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D67F-FBF1-EFAA-C4BC-52BDB6999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typscript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118B1-25FE-74C3-2303-96E185EB4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TypeScript</a:t>
            </a:r>
            <a:r>
              <a:rPr lang="en-US" dirty="0"/>
              <a:t> is a programming language developed by Microsoft that acts as a </a:t>
            </a:r>
            <a:r>
              <a:rPr lang="en-US" b="1" dirty="0"/>
              <a:t>superset of JavaScript</a:t>
            </a:r>
            <a:r>
              <a:rPr lang="en-US" dirty="0"/>
              <a:t> [1.5, 2.2]. This means that any valid JavaScript code is also valid TypeScript code, but TypeScript adds a powerful "extra layer": </a:t>
            </a:r>
            <a:r>
              <a:rPr lang="en-US" b="1" dirty="0"/>
              <a:t>Static Type Definitions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While JavaScript is </a:t>
            </a:r>
            <a:r>
              <a:rPr lang="en-US" b="1" dirty="0"/>
              <a:t>dynamically typed</a:t>
            </a:r>
            <a:r>
              <a:rPr lang="en-US" dirty="0"/>
              <a:t> (a variable can change from a number to a string at any time), TypeScript is </a:t>
            </a:r>
            <a:r>
              <a:rPr lang="en-US" b="1" dirty="0"/>
              <a:t>statically typed</a:t>
            </a:r>
            <a:r>
              <a:rPr lang="en-US" dirty="0"/>
              <a:t>, meaning you explicitly define what "type" of data a variable or function can hold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007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6D5E-04D5-F9E0-35CB-8AF9D83D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TypeScript? (The Main Benefits)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711C3-3F5B-BCEF-F471-AE7796BBD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core goal of TypeScript is to </a:t>
            </a:r>
            <a:r>
              <a:rPr lang="en-US" dirty="0">
                <a:highlight>
                  <a:srgbClr val="FFFF00"/>
                </a:highlight>
              </a:rPr>
              <a:t>catch bugs</a:t>
            </a:r>
            <a:r>
              <a:rPr lang="en-US" dirty="0"/>
              <a:t> </a:t>
            </a:r>
            <a:r>
              <a:rPr lang="en-US" b="1" dirty="0"/>
              <a:t>during development</a:t>
            </a:r>
            <a:r>
              <a:rPr lang="en-US" dirty="0"/>
              <a:t> instead of when the user is running your app (runtime)</a:t>
            </a:r>
          </a:p>
          <a:p>
            <a:r>
              <a:rPr lang="en-US" b="1" dirty="0"/>
              <a:t>Error Detection</a:t>
            </a:r>
            <a:r>
              <a:rPr lang="en-US" dirty="0"/>
              <a:t>: It highlights mistakes in your code editor (like VS Code) immediately. For example, if you try to multiply a "word" by a "number," TypeScript will give you a red underline [1.1, 1.5, 2.3].</a:t>
            </a:r>
          </a:p>
          <a:p>
            <a:r>
              <a:rPr lang="en-US" b="1" dirty="0"/>
              <a:t>Better Tooling (IntelliSense)</a:t>
            </a:r>
            <a:r>
              <a:rPr lang="en-US" dirty="0"/>
              <a:t>: Because your editor knows exactly what data types you are using, it can provide highly accurate autocompletion and suggestions as you type [1.1, 1.4, 2.5].</a:t>
            </a:r>
          </a:p>
          <a:p>
            <a:r>
              <a:rPr lang="en-US" b="1" dirty="0"/>
              <a:t>Readability</a:t>
            </a:r>
            <a:r>
              <a:rPr lang="en-US" dirty="0"/>
              <a:t>: Types act as "self-documentation." When you look at a function, you can instantly see exactly what inputs it expects and what it will return [1.4, 1.5, 2.1].</a:t>
            </a:r>
          </a:p>
          <a:p>
            <a:r>
              <a:rPr lang="en-US" b="1" dirty="0"/>
              <a:t>Easier Refactoring</a:t>
            </a:r>
            <a:r>
              <a:rPr lang="en-US" dirty="0"/>
              <a:t>: You can rename variables or change code structures across thousands of files with confidence, because TypeScript will tell you exactly where your changes have caused issues elsewhere</a:t>
            </a:r>
          </a:p>
        </p:txBody>
      </p:sp>
    </p:spTree>
    <p:extLst>
      <p:ext uri="{BB962C8B-B14F-4D97-AF65-F5344CB8AC3E}">
        <p14:creationId xmlns:p14="http://schemas.microsoft.com/office/powerpoint/2010/main" val="351417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D73B-34B7-B667-DD9E-639D5894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Works: The "</a:t>
            </a:r>
            <a:r>
              <a:rPr lang="en-US" dirty="0" err="1"/>
              <a:t>Transpilation</a:t>
            </a:r>
            <a:r>
              <a:rPr lang="en-US" dirty="0"/>
              <a:t>"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27D0A-544A-D941-C38E-59648DEAC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Computers and browsers cannot run TypeScript directly. Before your app goes live, the </a:t>
            </a:r>
            <a:r>
              <a:rPr lang="en-US" b="1" dirty="0"/>
              <a:t>TypeScript Compiler (</a:t>
            </a:r>
            <a:r>
              <a:rPr lang="en-US" b="1" dirty="0" err="1"/>
              <a:t>tsc</a:t>
            </a:r>
            <a:r>
              <a:rPr lang="en-US" b="1" dirty="0"/>
              <a:t>)</a:t>
            </a:r>
            <a:r>
              <a:rPr lang="en-US" dirty="0"/>
              <a:t> transforms your 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en-US" dirty="0" err="1">
                <a:highlight>
                  <a:srgbClr val="FFFF00"/>
                </a:highlight>
              </a:rPr>
              <a:t>ts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files into plain 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en-US" dirty="0" err="1">
                <a:highlight>
                  <a:srgbClr val="FFFF00"/>
                </a:highlight>
              </a:rPr>
              <a:t>js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files that any browser can understand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Should you use it for your current project?</a:t>
            </a:r>
          </a:p>
          <a:p>
            <a:pPr marL="0" indent="0">
              <a:buNone/>
            </a:pPr>
            <a:r>
              <a:rPr lang="en-US" dirty="0"/>
              <a:t>If you are building a project with Claude Code, </a:t>
            </a:r>
            <a:r>
              <a:rPr lang="en-US" dirty="0">
                <a:solidFill>
                  <a:srgbClr val="FF0000"/>
                </a:solidFill>
              </a:rPr>
              <a:t>Next.js</a:t>
            </a:r>
            <a:r>
              <a:rPr lang="en-US" dirty="0"/>
              <a:t>, or </a:t>
            </a:r>
            <a:r>
              <a:rPr lang="en-US" dirty="0">
                <a:solidFill>
                  <a:srgbClr val="FF0000"/>
                </a:solidFill>
              </a:rPr>
              <a:t>Supabase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</a:rPr>
              <a:t>using TypeScript is highly recommended </a:t>
            </a:r>
            <a:r>
              <a:rPr lang="en-US" dirty="0"/>
              <a:t>[3.1, 3.4].</a:t>
            </a:r>
          </a:p>
          <a:p>
            <a:r>
              <a:rPr lang="en-US" b="1" dirty="0"/>
              <a:t>Next.js </a:t>
            </a:r>
            <a:r>
              <a:rPr lang="en-US" dirty="0"/>
              <a:t>has first-class support for TypeScript and can even auto-generate types for your routes [3.1, 3.4].</a:t>
            </a:r>
          </a:p>
          <a:p>
            <a:r>
              <a:rPr lang="en-US" b="1" dirty="0"/>
              <a:t>Claude Code </a:t>
            </a:r>
            <a:r>
              <a:rPr lang="en-US" dirty="0"/>
              <a:t>is much better at debugging and refactoring code when it has the "type contracts" of TypeScript to follow.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569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What is typescript</vt:lpstr>
      <vt:lpstr>What is typscript</vt:lpstr>
      <vt:lpstr>Why use TypeScript? (The Main Benefits)</vt:lpstr>
      <vt:lpstr>How It Works: The "Transpilation"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2026-01-05T01:47:51Z</dcterms:created>
  <dcterms:modified xsi:type="dcterms:W3CDTF">2026-01-05T01:48:25Z</dcterms:modified>
</cp:coreProperties>
</file>