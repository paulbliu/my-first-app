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289C5-0044-49B5-97CF-CE045213E50D}" v="2" dt="2026-01-03T03:20:1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ozhong Liu" userId="1a0da9163b2f1321" providerId="LiveId" clId="{9E039210-9A9B-4D2A-9E5F-3BB0F9D7A0FD}"/>
    <pc:docChg chg="custSel addSld modSld">
      <pc:chgData name="Baozhong Liu" userId="1a0da9163b2f1321" providerId="LiveId" clId="{9E039210-9A9B-4D2A-9E5F-3BB0F9D7A0FD}" dt="2026-01-03T03:20:28.614" v="57" actId="11529"/>
      <pc:docMkLst>
        <pc:docMk/>
      </pc:docMkLst>
      <pc:sldChg chg="addSp delSp modSp new mod modAnim">
        <pc:chgData name="Baozhong Liu" userId="1a0da9163b2f1321" providerId="LiveId" clId="{9E039210-9A9B-4D2A-9E5F-3BB0F9D7A0FD}" dt="2026-01-03T01:31:38.035" v="6" actId="14100"/>
        <pc:sldMkLst>
          <pc:docMk/>
          <pc:sldMk cId="151038078" sldId="257"/>
        </pc:sldMkLst>
        <pc:spChg chg="del">
          <ac:chgData name="Baozhong Liu" userId="1a0da9163b2f1321" providerId="LiveId" clId="{9E039210-9A9B-4D2A-9E5F-3BB0F9D7A0FD}" dt="2026-01-03T01:31:23.743" v="3" actId="478"/>
          <ac:spMkLst>
            <pc:docMk/>
            <pc:sldMk cId="151038078" sldId="257"/>
            <ac:spMk id="2" creationId="{10630F64-3051-0842-8614-6DEBAE73B768}"/>
          </ac:spMkLst>
        </pc:spChg>
        <pc:spChg chg="del mod">
          <ac:chgData name="Baozhong Liu" userId="1a0da9163b2f1321" providerId="LiveId" clId="{9E039210-9A9B-4D2A-9E5F-3BB0F9D7A0FD}" dt="2026-01-03T01:31:20.378" v="2"/>
          <ac:spMkLst>
            <pc:docMk/>
            <pc:sldMk cId="151038078" sldId="257"/>
            <ac:spMk id="3" creationId="{78B79968-8B07-739F-E5D4-A77A87621B37}"/>
          </ac:spMkLst>
        </pc:spChg>
        <pc:picChg chg="add mod">
          <ac:chgData name="Baozhong Liu" userId="1a0da9163b2f1321" providerId="LiveId" clId="{9E039210-9A9B-4D2A-9E5F-3BB0F9D7A0FD}" dt="2026-01-03T01:31:38.035" v="6" actId="14100"/>
          <ac:picMkLst>
            <pc:docMk/>
            <pc:sldMk cId="151038078" sldId="257"/>
            <ac:picMk id="4" creationId="{4658B1CE-7667-1295-811A-9E48AABEE97F}"/>
          </ac:picMkLst>
        </pc:picChg>
      </pc:sldChg>
      <pc:sldChg chg="addSp delSp modSp new mod">
        <pc:chgData name="Baozhong Liu" userId="1a0da9163b2f1321" providerId="LiveId" clId="{9E039210-9A9B-4D2A-9E5F-3BB0F9D7A0FD}" dt="2026-01-03T01:37:39.813" v="25" actId="20577"/>
        <pc:sldMkLst>
          <pc:docMk/>
          <pc:sldMk cId="2409347608" sldId="258"/>
        </pc:sldMkLst>
        <pc:spChg chg="mod">
          <ac:chgData name="Baozhong Liu" userId="1a0da9163b2f1321" providerId="LiveId" clId="{9E039210-9A9B-4D2A-9E5F-3BB0F9D7A0FD}" dt="2026-01-03T01:37:39.813" v="25" actId="20577"/>
          <ac:spMkLst>
            <pc:docMk/>
            <pc:sldMk cId="2409347608" sldId="258"/>
            <ac:spMk id="2" creationId="{5EF332E1-D683-2524-98E2-0BD98DFBB0E4}"/>
          </ac:spMkLst>
        </pc:spChg>
        <pc:spChg chg="del">
          <ac:chgData name="Baozhong Liu" userId="1a0da9163b2f1321" providerId="LiveId" clId="{9E039210-9A9B-4D2A-9E5F-3BB0F9D7A0FD}" dt="2026-01-03T01:37:21.761" v="10" actId="478"/>
          <ac:spMkLst>
            <pc:docMk/>
            <pc:sldMk cId="2409347608" sldId="258"/>
            <ac:spMk id="3" creationId="{C506D8EC-429B-83FE-B81E-1F838C003861}"/>
          </ac:spMkLst>
        </pc:spChg>
        <pc:picChg chg="add mod">
          <ac:chgData name="Baozhong Liu" userId="1a0da9163b2f1321" providerId="LiveId" clId="{9E039210-9A9B-4D2A-9E5F-3BB0F9D7A0FD}" dt="2026-01-03T01:37:18.631" v="9" actId="1076"/>
          <ac:picMkLst>
            <pc:docMk/>
            <pc:sldMk cId="2409347608" sldId="258"/>
            <ac:picMk id="5" creationId="{294B59FF-22E8-1FD1-7814-4AF32CF69B42}"/>
          </ac:picMkLst>
        </pc:picChg>
      </pc:sldChg>
      <pc:sldChg chg="addSp delSp modSp new mod">
        <pc:chgData name="Baozhong Liu" userId="1a0da9163b2f1321" providerId="LiveId" clId="{9E039210-9A9B-4D2A-9E5F-3BB0F9D7A0FD}" dt="2026-01-03T03:20:28.614" v="57" actId="11529"/>
        <pc:sldMkLst>
          <pc:docMk/>
          <pc:sldMk cId="2944362935" sldId="259"/>
        </pc:sldMkLst>
        <pc:spChg chg="del">
          <ac:chgData name="Baozhong Liu" userId="1a0da9163b2f1321" providerId="LiveId" clId="{9E039210-9A9B-4D2A-9E5F-3BB0F9D7A0FD}" dt="2026-01-03T03:17:31.471" v="28" actId="478"/>
          <ac:spMkLst>
            <pc:docMk/>
            <pc:sldMk cId="2944362935" sldId="259"/>
            <ac:spMk id="2" creationId="{8D397635-084F-1588-3D48-42807219E72D}"/>
          </ac:spMkLst>
        </pc:spChg>
        <pc:spChg chg="del">
          <ac:chgData name="Baozhong Liu" userId="1a0da9163b2f1321" providerId="LiveId" clId="{9E039210-9A9B-4D2A-9E5F-3BB0F9D7A0FD}" dt="2026-01-03T03:17:29.824" v="27" actId="478"/>
          <ac:spMkLst>
            <pc:docMk/>
            <pc:sldMk cId="2944362935" sldId="259"/>
            <ac:spMk id="3" creationId="{7D22F209-7757-F0B2-6611-41A43ACF869D}"/>
          </ac:spMkLst>
        </pc:spChg>
        <pc:spChg chg="add mod">
          <ac:chgData name="Baozhong Liu" userId="1a0da9163b2f1321" providerId="LiveId" clId="{9E039210-9A9B-4D2A-9E5F-3BB0F9D7A0FD}" dt="2026-01-03T03:20:20.421" v="56" actId="20577"/>
          <ac:spMkLst>
            <pc:docMk/>
            <pc:sldMk cId="2944362935" sldId="259"/>
            <ac:spMk id="8" creationId="{16FF5CD5-616F-6EF4-2057-083C85627E5F}"/>
          </ac:spMkLst>
        </pc:spChg>
        <pc:picChg chg="add mod">
          <ac:chgData name="Baozhong Liu" userId="1a0da9163b2f1321" providerId="LiveId" clId="{9E039210-9A9B-4D2A-9E5F-3BB0F9D7A0FD}" dt="2026-01-03T03:18:28.736" v="30" actId="1076"/>
          <ac:picMkLst>
            <pc:docMk/>
            <pc:sldMk cId="2944362935" sldId="259"/>
            <ac:picMk id="5" creationId="{D5280794-7074-9222-34CB-DB6EC34C07B7}"/>
          </ac:picMkLst>
        </pc:picChg>
        <pc:picChg chg="add mod">
          <ac:chgData name="Baozhong Liu" userId="1a0da9163b2f1321" providerId="LiveId" clId="{9E039210-9A9B-4D2A-9E5F-3BB0F9D7A0FD}" dt="2026-01-03T03:19:07.112" v="32" actId="1076"/>
          <ac:picMkLst>
            <pc:docMk/>
            <pc:sldMk cId="2944362935" sldId="259"/>
            <ac:picMk id="7" creationId="{146A3C45-8E48-A3C9-8D0E-1C5FDE0641CD}"/>
          </ac:picMkLst>
        </pc:picChg>
        <pc:cxnChg chg="add">
          <ac:chgData name="Baozhong Liu" userId="1a0da9163b2f1321" providerId="LiveId" clId="{9E039210-9A9B-4D2A-9E5F-3BB0F9D7A0FD}" dt="2026-01-03T03:20:28.614" v="57" actId="11529"/>
          <ac:cxnSpMkLst>
            <pc:docMk/>
            <pc:sldMk cId="2944362935" sldId="259"/>
            <ac:cxnSpMk id="10" creationId="{A789B4CB-1739-85BE-01BD-C61D7B19E1C3}"/>
          </ac:cxnSpMkLst>
        </pc:cxnChg>
      </pc:sldChg>
      <pc:sldChg chg="addSp delSp modSp new mod">
        <pc:chgData name="Baozhong Liu" userId="1a0da9163b2f1321" providerId="LiveId" clId="{9E039210-9A9B-4D2A-9E5F-3BB0F9D7A0FD}" dt="2026-01-03T03:20:05.072" v="42" actId="1076"/>
        <pc:sldMkLst>
          <pc:docMk/>
          <pc:sldMk cId="1746267468" sldId="260"/>
        </pc:sldMkLst>
        <pc:spChg chg="del">
          <ac:chgData name="Baozhong Liu" userId="1a0da9163b2f1321" providerId="LiveId" clId="{9E039210-9A9B-4D2A-9E5F-3BB0F9D7A0FD}" dt="2026-01-03T03:19:33.556" v="36" actId="478"/>
          <ac:spMkLst>
            <pc:docMk/>
            <pc:sldMk cId="1746267468" sldId="260"/>
            <ac:spMk id="2" creationId="{3783A967-A4DD-DC38-B58F-7895EF26FE67}"/>
          </ac:spMkLst>
        </pc:spChg>
        <pc:spChg chg="del">
          <ac:chgData name="Baozhong Liu" userId="1a0da9163b2f1321" providerId="LiveId" clId="{9E039210-9A9B-4D2A-9E5F-3BB0F9D7A0FD}" dt="2026-01-03T03:19:30.205" v="34" actId="478"/>
          <ac:spMkLst>
            <pc:docMk/>
            <pc:sldMk cId="1746267468" sldId="260"/>
            <ac:spMk id="3" creationId="{B9CA7517-7ECA-7E50-CA5C-51ACE95581DB}"/>
          </ac:spMkLst>
        </pc:spChg>
        <pc:picChg chg="add mod">
          <ac:chgData name="Baozhong Liu" userId="1a0da9163b2f1321" providerId="LiveId" clId="{9E039210-9A9B-4D2A-9E5F-3BB0F9D7A0FD}" dt="2026-01-03T03:20:05.072" v="42" actId="1076"/>
          <ac:picMkLst>
            <pc:docMk/>
            <pc:sldMk cId="1746267468" sldId="260"/>
            <ac:picMk id="5" creationId="{7264FD99-88A6-A782-52A7-E6614213CF3F}"/>
          </ac:picMkLst>
        </pc:picChg>
        <pc:picChg chg="add mod">
          <ac:chgData name="Baozhong Liu" userId="1a0da9163b2f1321" providerId="LiveId" clId="{9E039210-9A9B-4D2A-9E5F-3BB0F9D7A0FD}" dt="2026-01-03T03:19:57.286" v="39" actId="1076"/>
          <ac:picMkLst>
            <pc:docMk/>
            <pc:sldMk cId="1746267468" sldId="260"/>
            <ac:picMk id="7" creationId="{ACF611EB-F1E4-E7E2-B70F-B4A99D2372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D41F-2414-0CD9-49A0-5DF3F43ED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C7233-A5B3-BC3D-A78F-87D791EE3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643F-18E0-4E26-085C-C4C3A2B1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88230-9624-60E5-CB90-440EFB18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316D8-394B-4AB0-8014-7D27A47F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1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B10A-CD49-09F6-A3F9-64AAC0D7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A13D3-199A-7C58-BC76-BE1E10FE8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B3522-9E5C-F937-564C-F6AFBA74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0AB32-8EA9-8DBB-5A65-E6E39DA8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FA90-B27E-4889-A2A8-613839C3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06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A225-5BCE-2ED4-F772-7A21C262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DC49B-B898-C527-6593-F02EC5ADC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53B1F-D536-C94B-77C2-80A35207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1BF16-7ED1-4DFC-DD20-967A6DE2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DF4EE-9A97-47F6-CDC5-AAA6E521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2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9FA-D6A3-352E-259D-1E7A1EAA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149F7-ACCB-DF41-9FFE-357D3C0D4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48540-86F9-67A0-E21D-A17AA3866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5D5AA-18F9-E1A7-5F5C-2D7CAFA6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2A7F0-84FE-50C7-83C5-CB28191D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7514E-383E-69E5-DA66-898A0EEC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5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5298-750E-AA44-AB9C-17F66399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D4C80-7DBF-E9E4-FD0E-D71305B9D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289DA-432E-26A9-2E8F-3748E8832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E21E7-F57F-7A37-FB88-9305C6809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B5393-9EAA-0160-75F4-88FF81452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59A24-3521-0851-F43B-8DF90BE4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C10C3-617F-36F2-F7B7-FB9454F6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EA2AA-3F66-5C20-A7A3-705F9041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5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C426-18E8-FAA6-DD94-185DACDFC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0064A-5A87-3A8E-6903-673C543C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EBB36-EC41-5325-04BD-D8C198B2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6D8C8-1B3C-DD4C-E228-E245DAE1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3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62614-5D2C-48A5-C696-973A641E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A5B5A-3188-4253-3836-F7EB14BF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023AB-0799-9163-7A63-21D4AF66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40A6-6699-8AC4-1F80-FB3277F0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6E26-6F7E-D07C-0448-D1F917097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32C26-5C10-6970-F426-9C6C62863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CCB30-DD20-A147-0EE5-3B1D6E22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FBACF-6337-FD50-25AE-F6B087EB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FDD53-4495-77AC-06F1-61B7140A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7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8C0B-AC25-914C-4229-DE5A7C0E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701B5-7187-CFEB-302E-5007B54F1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DE229-562E-EE89-79FB-D31CA784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AFFB2-9589-764B-70BD-FE5E6D07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3DCBE-10E8-84B8-DFA6-B3CB7D8C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2125F-5091-1C8E-5CE4-16168768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3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7880-4E38-6E29-6D1C-2F16F193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33CE4-32CC-CC1D-D073-E47845A5B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61EF2-CC2F-0E8E-33DF-611B7463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36CE-E11F-D801-E224-A6665298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4B5F0-A09F-F988-4EE7-C1C5BF6C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793EF-1BD1-D31E-AE11-CC5A04495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80E28-9F9A-C014-1EA8-22D4C4DFD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F56BB-EC11-7DC2-9920-511501D47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E2F1E-E4B9-711F-4181-7B9E384C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0701C-73D2-1A83-70B0-51600A85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2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5B9B6-F666-6843-EB19-56DD0076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571DE-485E-6CC8-B703-A857E91A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EEF6C-B303-A6E1-1A73-6FFAC7573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4D10E-9F46-45F4-A7BF-7109C6B65E4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64FD0-9D22-AB40-9BB7-6FD46CDDD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32F60-C9A9-A491-9B36-9C3ACA38A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2FF58-7847-4565-9E30-8E9B65F5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8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pMrTabldEY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D00F-CB74-4F9E-0030-3E4990FC5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Snake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5FA0D-F820-B3CB-0ACF-EFB626C53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0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laude Code on Windows - EASY Setup &amp; Cursor Integration (Step-by-Step)">
            <a:hlinkClick r:id="" action="ppaction://media"/>
            <a:extLst>
              <a:ext uri="{FF2B5EF4-FFF2-40B4-BE49-F238E27FC236}">
                <a16:creationId xmlns:a16="http://schemas.microsoft.com/office/drawing/2014/main" id="{4658B1CE-7667-1295-811A-9E48AABEE97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74861" cy="687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32E1-D683-2524-98E2-0BD98DFB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prompt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B59FF-22E8-1FD1-7814-4AF32CF69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70" y="2177594"/>
            <a:ext cx="9583487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4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80794-7074-9222-34CB-DB6EC34C0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603" y="592485"/>
            <a:ext cx="6525536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A3C45-8E48-A3C9-8D0E-1C5FDE064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98" y="2269463"/>
            <a:ext cx="6744641" cy="2972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FF5CD5-616F-6EF4-2057-083C85627E5F}"/>
              </a:ext>
            </a:extLst>
          </p:cNvPr>
          <p:cNvSpPr txBox="1"/>
          <p:nvPr/>
        </p:nvSpPr>
        <p:spPr>
          <a:xfrm>
            <a:off x="511629" y="81642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click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89B4CB-1739-85BE-01BD-C61D7B19E1C3}"/>
              </a:ext>
            </a:extLst>
          </p:cNvPr>
          <p:cNvCxnSpPr>
            <a:stCxn id="8" idx="2"/>
          </p:cNvCxnSpPr>
          <p:nvPr/>
        </p:nvCxnSpPr>
        <p:spPr>
          <a:xfrm>
            <a:off x="1224324" y="1185761"/>
            <a:ext cx="1097279" cy="643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36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64FD99-88A6-A782-52A7-E6614213C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115" y="113987"/>
            <a:ext cx="5781457" cy="2171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611EB-F1E4-E7E2-B70F-B4A99D23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50" y="2247586"/>
            <a:ext cx="683037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6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</Words>
  <Application>Microsoft Office PowerPoint</Application>
  <PresentationFormat>Widescreen</PresentationFormat>
  <Paragraphs>3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Snake game</vt:lpstr>
      <vt:lpstr>PowerPoint Presentation</vt:lpstr>
      <vt:lpstr>First prompt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2026-01-03T01:29:16Z</dcterms:created>
  <dcterms:modified xsi:type="dcterms:W3CDTF">2026-01-03T03:20:31Z</dcterms:modified>
</cp:coreProperties>
</file>