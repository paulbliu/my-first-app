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F4CDD-101E-436E-B2D1-9A68F0A2BA9F}" v="83" dt="2026-01-03T00:49:00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88" d="100"/>
          <a:sy n="88" d="100"/>
        </p:scale>
        <p:origin x="9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ozhong Liu" userId="1a0da9163b2f1321" providerId="LiveId" clId="{9E039210-9A9B-4D2A-9E5F-3BB0F9D7A0FD}"/>
    <pc:docChg chg="undo custSel addSld modSld sldOrd">
      <pc:chgData name="Baozhong Liu" userId="1a0da9163b2f1321" providerId="LiveId" clId="{9E039210-9A9B-4D2A-9E5F-3BB0F9D7A0FD}" dt="2026-01-03T00:50:25.509" v="812" actId="13926"/>
      <pc:docMkLst>
        <pc:docMk/>
      </pc:docMkLst>
      <pc:sldChg chg="addSp delSp modSp mod">
        <pc:chgData name="Baozhong Liu" userId="1a0da9163b2f1321" providerId="LiveId" clId="{9E039210-9A9B-4D2A-9E5F-3BB0F9D7A0FD}" dt="2026-01-02T16:14:43.703" v="4" actId="14100"/>
        <pc:sldMkLst>
          <pc:docMk/>
          <pc:sldMk cId="1461250780" sldId="258"/>
        </pc:sldMkLst>
        <pc:spChg chg="del">
          <ac:chgData name="Baozhong Liu" userId="1a0da9163b2f1321" providerId="LiveId" clId="{9E039210-9A9B-4D2A-9E5F-3BB0F9D7A0FD}" dt="2026-01-02T16:14:38.582" v="2" actId="478"/>
          <ac:spMkLst>
            <pc:docMk/>
            <pc:sldMk cId="1461250780" sldId="258"/>
            <ac:spMk id="2" creationId="{1220C483-4ECF-645A-2891-F77CF0270041}"/>
          </ac:spMkLst>
        </pc:spChg>
        <pc:spChg chg="del">
          <ac:chgData name="Baozhong Liu" userId="1a0da9163b2f1321" providerId="LiveId" clId="{9E039210-9A9B-4D2A-9E5F-3BB0F9D7A0FD}" dt="2026-01-02T16:14:34.277" v="0" actId="478"/>
          <ac:spMkLst>
            <pc:docMk/>
            <pc:sldMk cId="1461250780" sldId="258"/>
            <ac:spMk id="3" creationId="{9AB1D6BA-FE6E-9A69-8521-E26C361F9799}"/>
          </ac:spMkLst>
        </pc:spChg>
        <pc:picChg chg="add mod">
          <ac:chgData name="Baozhong Liu" userId="1a0da9163b2f1321" providerId="LiveId" clId="{9E039210-9A9B-4D2A-9E5F-3BB0F9D7A0FD}" dt="2026-01-02T16:14:43.703" v="4" actId="14100"/>
          <ac:picMkLst>
            <pc:docMk/>
            <pc:sldMk cId="1461250780" sldId="258"/>
            <ac:picMk id="5" creationId="{C2F5CB5C-66D7-2C49-61EE-271D4176B1A8}"/>
          </ac:picMkLst>
        </pc:picChg>
      </pc:sldChg>
      <pc:sldChg chg="modSp new mod">
        <pc:chgData name="Baozhong Liu" userId="1a0da9163b2f1321" providerId="LiveId" clId="{9E039210-9A9B-4D2A-9E5F-3BB0F9D7A0FD}" dt="2026-01-02T17:11:58.293" v="99" actId="20577"/>
        <pc:sldMkLst>
          <pc:docMk/>
          <pc:sldMk cId="4046358186" sldId="259"/>
        </pc:sldMkLst>
        <pc:spChg chg="mod">
          <ac:chgData name="Baozhong Liu" userId="1a0da9163b2f1321" providerId="LiveId" clId="{9E039210-9A9B-4D2A-9E5F-3BB0F9D7A0FD}" dt="2026-01-02T17:07:43.822" v="41" actId="20577"/>
          <ac:spMkLst>
            <pc:docMk/>
            <pc:sldMk cId="4046358186" sldId="259"/>
            <ac:spMk id="2" creationId="{28CB17CE-6288-3E0B-E0C2-068CBEF5737E}"/>
          </ac:spMkLst>
        </pc:spChg>
        <pc:spChg chg="mod">
          <ac:chgData name="Baozhong Liu" userId="1a0da9163b2f1321" providerId="LiveId" clId="{9E039210-9A9B-4D2A-9E5F-3BB0F9D7A0FD}" dt="2026-01-02T17:11:58.293" v="99" actId="20577"/>
          <ac:spMkLst>
            <pc:docMk/>
            <pc:sldMk cId="4046358186" sldId="259"/>
            <ac:spMk id="3" creationId="{15673E17-9410-A05F-EA0E-6AA2F3FAF920}"/>
          </ac:spMkLst>
        </pc:spChg>
      </pc:sldChg>
      <pc:sldChg chg="addSp modSp new mod">
        <pc:chgData name="Baozhong Liu" userId="1a0da9163b2f1321" providerId="LiveId" clId="{9E039210-9A9B-4D2A-9E5F-3BB0F9D7A0FD}" dt="2026-01-02T18:47:48.993" v="185" actId="207"/>
        <pc:sldMkLst>
          <pc:docMk/>
          <pc:sldMk cId="3584526289" sldId="260"/>
        </pc:sldMkLst>
        <pc:spChg chg="mod">
          <ac:chgData name="Baozhong Liu" userId="1a0da9163b2f1321" providerId="LiveId" clId="{9E039210-9A9B-4D2A-9E5F-3BB0F9D7A0FD}" dt="2026-01-02T18:08:10.338" v="183" actId="207"/>
          <ac:spMkLst>
            <pc:docMk/>
            <pc:sldMk cId="3584526289" sldId="260"/>
            <ac:spMk id="2" creationId="{ED29063F-13D2-2530-D1B2-0BB3BB98E715}"/>
          </ac:spMkLst>
        </pc:spChg>
        <pc:spChg chg="mod">
          <ac:chgData name="Baozhong Liu" userId="1a0da9163b2f1321" providerId="LiveId" clId="{9E039210-9A9B-4D2A-9E5F-3BB0F9D7A0FD}" dt="2026-01-02T18:47:48.993" v="185" actId="207"/>
          <ac:spMkLst>
            <pc:docMk/>
            <pc:sldMk cId="3584526289" sldId="260"/>
            <ac:spMk id="3" creationId="{60D071F8-50C3-1801-5827-46DFF2394691}"/>
          </ac:spMkLst>
        </pc:spChg>
        <pc:spChg chg="add mod">
          <ac:chgData name="Baozhong Liu" userId="1a0da9163b2f1321" providerId="LiveId" clId="{9E039210-9A9B-4D2A-9E5F-3BB0F9D7A0FD}" dt="2026-01-02T17:51:43.429" v="166" actId="13926"/>
          <ac:spMkLst>
            <pc:docMk/>
            <pc:sldMk cId="3584526289" sldId="260"/>
            <ac:spMk id="4" creationId="{558A6826-E0F9-C197-FB40-5213536F7C90}"/>
          </ac:spMkLst>
        </pc:spChg>
      </pc:sldChg>
      <pc:sldChg chg="addSp modSp new mod">
        <pc:chgData name="Baozhong Liu" userId="1a0da9163b2f1321" providerId="LiveId" clId="{9E039210-9A9B-4D2A-9E5F-3BB0F9D7A0FD}" dt="2026-01-02T19:05:06.567" v="226" actId="207"/>
        <pc:sldMkLst>
          <pc:docMk/>
          <pc:sldMk cId="3425938829" sldId="261"/>
        </pc:sldMkLst>
        <pc:spChg chg="mod">
          <ac:chgData name="Baozhong Liu" userId="1a0da9163b2f1321" providerId="LiveId" clId="{9E039210-9A9B-4D2A-9E5F-3BB0F9D7A0FD}" dt="2026-01-02T18:49:42.911" v="208" actId="20577"/>
          <ac:spMkLst>
            <pc:docMk/>
            <pc:sldMk cId="3425938829" sldId="261"/>
            <ac:spMk id="2" creationId="{C2F50C71-2C34-AFC2-C9E7-8F159BD2CBCD}"/>
          </ac:spMkLst>
        </pc:spChg>
        <pc:spChg chg="mod">
          <ac:chgData name="Baozhong Liu" userId="1a0da9163b2f1321" providerId="LiveId" clId="{9E039210-9A9B-4D2A-9E5F-3BB0F9D7A0FD}" dt="2026-01-02T19:03:27.441" v="218" actId="27636"/>
          <ac:spMkLst>
            <pc:docMk/>
            <pc:sldMk cId="3425938829" sldId="261"/>
            <ac:spMk id="3" creationId="{2369FF8D-38B8-139C-D15F-F87DD6ACA74E}"/>
          </ac:spMkLst>
        </pc:spChg>
        <pc:spChg chg="add mod">
          <ac:chgData name="Baozhong Liu" userId="1a0da9163b2f1321" providerId="LiveId" clId="{9E039210-9A9B-4D2A-9E5F-3BB0F9D7A0FD}" dt="2026-01-02T19:05:06.567" v="226" actId="207"/>
          <ac:spMkLst>
            <pc:docMk/>
            <pc:sldMk cId="3425938829" sldId="261"/>
            <ac:spMk id="4" creationId="{091F96E1-3BA0-7685-E473-01C26706504A}"/>
          </ac:spMkLst>
        </pc:spChg>
      </pc:sldChg>
      <pc:sldChg chg="modSp new mod">
        <pc:chgData name="Baozhong Liu" userId="1a0da9163b2f1321" providerId="LiveId" clId="{9E039210-9A9B-4D2A-9E5F-3BB0F9D7A0FD}" dt="2026-01-02T19:18:46.913" v="236" actId="20577"/>
        <pc:sldMkLst>
          <pc:docMk/>
          <pc:sldMk cId="3040575891" sldId="262"/>
        </pc:sldMkLst>
        <pc:spChg chg="mod">
          <ac:chgData name="Baozhong Liu" userId="1a0da9163b2f1321" providerId="LiveId" clId="{9E039210-9A9B-4D2A-9E5F-3BB0F9D7A0FD}" dt="2026-01-02T19:18:46.913" v="236" actId="20577"/>
          <ac:spMkLst>
            <pc:docMk/>
            <pc:sldMk cId="3040575891" sldId="262"/>
            <ac:spMk id="2" creationId="{3E6711BA-CFAF-C089-D260-F25A300F27F5}"/>
          </ac:spMkLst>
        </pc:spChg>
      </pc:sldChg>
      <pc:sldChg chg="modSp new mod ord">
        <pc:chgData name="Baozhong Liu" userId="1a0da9163b2f1321" providerId="LiveId" clId="{9E039210-9A9B-4D2A-9E5F-3BB0F9D7A0FD}" dt="2026-01-02T19:24:46.431" v="396" actId="13926"/>
        <pc:sldMkLst>
          <pc:docMk/>
          <pc:sldMk cId="2453501691" sldId="263"/>
        </pc:sldMkLst>
        <pc:spChg chg="mod">
          <ac:chgData name="Baozhong Liu" userId="1a0da9163b2f1321" providerId="LiveId" clId="{9E039210-9A9B-4D2A-9E5F-3BB0F9D7A0FD}" dt="2026-01-02T19:24:46.431" v="396" actId="13926"/>
          <ac:spMkLst>
            <pc:docMk/>
            <pc:sldMk cId="2453501691" sldId="263"/>
            <ac:spMk id="2" creationId="{DA47B26E-D794-BD68-888F-CEFC39323FF2}"/>
          </ac:spMkLst>
        </pc:spChg>
        <pc:spChg chg="mod">
          <ac:chgData name="Baozhong Liu" userId="1a0da9163b2f1321" providerId="LiveId" clId="{9E039210-9A9B-4D2A-9E5F-3BB0F9D7A0FD}" dt="2026-01-02T19:21:40.394" v="395" actId="20577"/>
          <ac:spMkLst>
            <pc:docMk/>
            <pc:sldMk cId="2453501691" sldId="263"/>
            <ac:spMk id="3" creationId="{B0D991FA-0D48-B3C7-1EFD-7052D16BA74A}"/>
          </ac:spMkLst>
        </pc:spChg>
      </pc:sldChg>
      <pc:sldChg chg="addSp delSp modSp new mod">
        <pc:chgData name="Baozhong Liu" userId="1a0da9163b2f1321" providerId="LiveId" clId="{9E039210-9A9B-4D2A-9E5F-3BB0F9D7A0FD}" dt="2026-01-02T19:33:58.212" v="402" actId="14100"/>
        <pc:sldMkLst>
          <pc:docMk/>
          <pc:sldMk cId="531024282" sldId="264"/>
        </pc:sldMkLst>
        <pc:spChg chg="del">
          <ac:chgData name="Baozhong Liu" userId="1a0da9163b2f1321" providerId="LiveId" clId="{9E039210-9A9B-4D2A-9E5F-3BB0F9D7A0FD}" dt="2026-01-02T19:33:50.318" v="400" actId="478"/>
          <ac:spMkLst>
            <pc:docMk/>
            <pc:sldMk cId="531024282" sldId="264"/>
            <ac:spMk id="2" creationId="{CF8E71E7-DC0B-F026-4003-6E5D47D5C075}"/>
          </ac:spMkLst>
        </pc:spChg>
        <pc:spChg chg="del">
          <ac:chgData name="Baozhong Liu" userId="1a0da9163b2f1321" providerId="LiveId" clId="{9E039210-9A9B-4D2A-9E5F-3BB0F9D7A0FD}" dt="2026-01-02T19:33:48.786" v="399" actId="478"/>
          <ac:spMkLst>
            <pc:docMk/>
            <pc:sldMk cId="531024282" sldId="264"/>
            <ac:spMk id="3" creationId="{CFA02F46-8C7B-FA4A-1654-25FC8C47A309}"/>
          </ac:spMkLst>
        </pc:spChg>
        <pc:picChg chg="add mod">
          <ac:chgData name="Baozhong Liu" userId="1a0da9163b2f1321" providerId="LiveId" clId="{9E039210-9A9B-4D2A-9E5F-3BB0F9D7A0FD}" dt="2026-01-02T19:33:58.212" v="402" actId="14100"/>
          <ac:picMkLst>
            <pc:docMk/>
            <pc:sldMk cId="531024282" sldId="264"/>
            <ac:picMk id="5" creationId="{7898A538-12A7-59A7-E3B4-BC22D941E668}"/>
          </ac:picMkLst>
        </pc:picChg>
      </pc:sldChg>
      <pc:sldChg chg="addSp delSp modSp new mod">
        <pc:chgData name="Baozhong Liu" userId="1a0da9163b2f1321" providerId="LiveId" clId="{9E039210-9A9B-4D2A-9E5F-3BB0F9D7A0FD}" dt="2026-01-02T19:46:08.520" v="447" actId="13926"/>
        <pc:sldMkLst>
          <pc:docMk/>
          <pc:sldMk cId="1225522847" sldId="265"/>
        </pc:sldMkLst>
        <pc:spChg chg="mod">
          <ac:chgData name="Baozhong Liu" userId="1a0da9163b2f1321" providerId="LiveId" clId="{9E039210-9A9B-4D2A-9E5F-3BB0F9D7A0FD}" dt="2026-01-02T19:40:54.035" v="419" actId="20577"/>
          <ac:spMkLst>
            <pc:docMk/>
            <pc:sldMk cId="1225522847" sldId="265"/>
            <ac:spMk id="2" creationId="{A4219140-D11D-2210-D709-4C978F390904}"/>
          </ac:spMkLst>
        </pc:spChg>
        <pc:spChg chg="add del mod">
          <ac:chgData name="Baozhong Liu" userId="1a0da9163b2f1321" providerId="LiveId" clId="{9E039210-9A9B-4D2A-9E5F-3BB0F9D7A0FD}" dt="2026-01-02T19:46:08.520" v="447" actId="13926"/>
          <ac:spMkLst>
            <pc:docMk/>
            <pc:sldMk cId="1225522847" sldId="265"/>
            <ac:spMk id="3" creationId="{A19AE7C2-43F9-06DD-C8F4-6E1EC50FEAC1}"/>
          </ac:spMkLst>
        </pc:spChg>
        <pc:spChg chg="add mod">
          <ac:chgData name="Baozhong Liu" userId="1a0da9163b2f1321" providerId="LiveId" clId="{9E039210-9A9B-4D2A-9E5F-3BB0F9D7A0FD}" dt="2026-01-02T19:41:33.188" v="422"/>
          <ac:spMkLst>
            <pc:docMk/>
            <pc:sldMk cId="1225522847" sldId="265"/>
            <ac:spMk id="4" creationId="{27B32808-9026-843A-30E5-5B4BE67F91F0}"/>
          </ac:spMkLst>
        </pc:spChg>
        <pc:spChg chg="add">
          <ac:chgData name="Baozhong Liu" userId="1a0da9163b2f1321" providerId="LiveId" clId="{9E039210-9A9B-4D2A-9E5F-3BB0F9D7A0FD}" dt="2026-01-02T19:44:14.073" v="437"/>
          <ac:spMkLst>
            <pc:docMk/>
            <pc:sldMk cId="1225522847" sldId="265"/>
            <ac:spMk id="5" creationId="{6F007E69-EDFB-3108-F53C-5F2C1240DB89}"/>
          </ac:spMkLst>
        </pc:spChg>
      </pc:sldChg>
      <pc:sldChg chg="addSp delSp modSp new mod">
        <pc:chgData name="Baozhong Liu" userId="1a0da9163b2f1321" providerId="LiveId" clId="{9E039210-9A9B-4D2A-9E5F-3BB0F9D7A0FD}" dt="2026-01-02T19:50:01.530" v="484" actId="113"/>
        <pc:sldMkLst>
          <pc:docMk/>
          <pc:sldMk cId="3412892817" sldId="266"/>
        </pc:sldMkLst>
        <pc:spChg chg="del">
          <ac:chgData name="Baozhong Liu" userId="1a0da9163b2f1321" providerId="LiveId" clId="{9E039210-9A9B-4D2A-9E5F-3BB0F9D7A0FD}" dt="2026-01-02T19:48:39.875" v="464" actId="478"/>
          <ac:spMkLst>
            <pc:docMk/>
            <pc:sldMk cId="3412892817" sldId="266"/>
            <ac:spMk id="2" creationId="{BC3FA008-6B3D-BD79-2927-35B67765A3F7}"/>
          </ac:spMkLst>
        </pc:spChg>
        <pc:spChg chg="add del mod">
          <ac:chgData name="Baozhong Liu" userId="1a0da9163b2f1321" providerId="LiveId" clId="{9E039210-9A9B-4D2A-9E5F-3BB0F9D7A0FD}" dt="2026-01-02T19:50:01.530" v="484" actId="113"/>
          <ac:spMkLst>
            <pc:docMk/>
            <pc:sldMk cId="3412892817" sldId="266"/>
            <ac:spMk id="3" creationId="{AD126C61-67FE-CB98-C325-9729E9654322}"/>
          </ac:spMkLst>
        </pc:spChg>
        <pc:spChg chg="add mod">
          <ac:chgData name="Baozhong Liu" userId="1a0da9163b2f1321" providerId="LiveId" clId="{9E039210-9A9B-4D2A-9E5F-3BB0F9D7A0FD}" dt="2026-01-02T19:46:44.026" v="451"/>
          <ac:spMkLst>
            <pc:docMk/>
            <pc:sldMk cId="3412892817" sldId="266"/>
            <ac:spMk id="4" creationId="{AC615BF6-7D42-98C7-AC27-555F605A5938}"/>
          </ac:spMkLst>
        </pc:spChg>
        <pc:spChg chg="add">
          <ac:chgData name="Baozhong Liu" userId="1a0da9163b2f1321" providerId="LiveId" clId="{9E039210-9A9B-4D2A-9E5F-3BB0F9D7A0FD}" dt="2026-01-02T19:47:05.731" v="454"/>
          <ac:spMkLst>
            <pc:docMk/>
            <pc:sldMk cId="3412892817" sldId="266"/>
            <ac:spMk id="5" creationId="{8B6DD2B7-B646-A63B-09F2-304A9CEBED46}"/>
          </ac:spMkLst>
        </pc:spChg>
        <pc:spChg chg="add">
          <ac:chgData name="Baozhong Liu" userId="1a0da9163b2f1321" providerId="LiveId" clId="{9E039210-9A9B-4D2A-9E5F-3BB0F9D7A0FD}" dt="2026-01-02T19:49:24.893" v="475"/>
          <ac:spMkLst>
            <pc:docMk/>
            <pc:sldMk cId="3412892817" sldId="266"/>
            <ac:spMk id="6" creationId="{3B6BB0F7-C0FD-DBA4-C5CA-D9DC553B36E5}"/>
          </ac:spMkLst>
        </pc:spChg>
      </pc:sldChg>
      <pc:sldChg chg="addSp delSp modSp new mod">
        <pc:chgData name="Baozhong Liu" userId="1a0da9163b2f1321" providerId="LiveId" clId="{9E039210-9A9B-4D2A-9E5F-3BB0F9D7A0FD}" dt="2026-01-02T19:51:45.432" v="492" actId="403"/>
        <pc:sldMkLst>
          <pc:docMk/>
          <pc:sldMk cId="2916532955" sldId="267"/>
        </pc:sldMkLst>
        <pc:spChg chg="mod">
          <ac:chgData name="Baozhong Liu" userId="1a0da9163b2f1321" providerId="LiveId" clId="{9E039210-9A9B-4D2A-9E5F-3BB0F9D7A0FD}" dt="2026-01-02T19:50:52.828" v="488"/>
          <ac:spMkLst>
            <pc:docMk/>
            <pc:sldMk cId="2916532955" sldId="267"/>
            <ac:spMk id="2" creationId="{90B12898-D858-F882-E7D0-C402829DBD30}"/>
          </ac:spMkLst>
        </pc:spChg>
        <pc:spChg chg="del">
          <ac:chgData name="Baozhong Liu" userId="1a0da9163b2f1321" providerId="LiveId" clId="{9E039210-9A9B-4D2A-9E5F-3BB0F9D7A0FD}" dt="2026-01-02T19:50:27.027" v="486" actId="478"/>
          <ac:spMkLst>
            <pc:docMk/>
            <pc:sldMk cId="2916532955" sldId="267"/>
            <ac:spMk id="3" creationId="{E49319F4-68A1-1068-03D2-690641836A9B}"/>
          </ac:spMkLst>
        </pc:spChg>
        <pc:spChg chg="add mod">
          <ac:chgData name="Baozhong Liu" userId="1a0da9163b2f1321" providerId="LiveId" clId="{9E039210-9A9B-4D2A-9E5F-3BB0F9D7A0FD}" dt="2026-01-02T19:51:45.432" v="492" actId="403"/>
          <ac:spMkLst>
            <pc:docMk/>
            <pc:sldMk cId="2916532955" sldId="267"/>
            <ac:spMk id="5" creationId="{46D6905F-5047-6697-5293-610CABB3AE79}"/>
          </ac:spMkLst>
        </pc:spChg>
        <pc:graphicFrameChg chg="add mod">
          <ac:chgData name="Baozhong Liu" userId="1a0da9163b2f1321" providerId="LiveId" clId="{9E039210-9A9B-4D2A-9E5F-3BB0F9D7A0FD}" dt="2026-01-02T19:50:29.258" v="487"/>
          <ac:graphicFrameMkLst>
            <pc:docMk/>
            <pc:sldMk cId="2916532955" sldId="267"/>
            <ac:graphicFrameMk id="4" creationId="{14BC9A23-30F7-3EC2-76DA-AA5D1E2E937A}"/>
          </ac:graphicFrameMkLst>
        </pc:graphicFrameChg>
      </pc:sldChg>
      <pc:sldChg chg="modSp new mod">
        <pc:chgData name="Baozhong Liu" userId="1a0da9163b2f1321" providerId="LiveId" clId="{9E039210-9A9B-4D2A-9E5F-3BB0F9D7A0FD}" dt="2026-01-02T23:03:10.469" v="629" actId="113"/>
        <pc:sldMkLst>
          <pc:docMk/>
          <pc:sldMk cId="508151486" sldId="268"/>
        </pc:sldMkLst>
        <pc:spChg chg="mod">
          <ac:chgData name="Baozhong Liu" userId="1a0da9163b2f1321" providerId="LiveId" clId="{9E039210-9A9B-4D2A-9E5F-3BB0F9D7A0FD}" dt="2026-01-02T19:52:15.465" v="510" actId="20577"/>
          <ac:spMkLst>
            <pc:docMk/>
            <pc:sldMk cId="508151486" sldId="268"/>
            <ac:spMk id="2" creationId="{55CD5092-3C98-FE71-E347-6EBA91BF5887}"/>
          </ac:spMkLst>
        </pc:spChg>
        <pc:spChg chg="mod">
          <ac:chgData name="Baozhong Liu" userId="1a0da9163b2f1321" providerId="LiveId" clId="{9E039210-9A9B-4D2A-9E5F-3BB0F9D7A0FD}" dt="2026-01-02T23:03:10.469" v="629" actId="113"/>
          <ac:spMkLst>
            <pc:docMk/>
            <pc:sldMk cId="508151486" sldId="268"/>
            <ac:spMk id="3" creationId="{0E816C71-2BD8-C231-9F72-12CBADB3F42B}"/>
          </ac:spMkLst>
        </pc:spChg>
      </pc:sldChg>
      <pc:sldChg chg="addSp delSp modSp new mod">
        <pc:chgData name="Baozhong Liu" userId="1a0da9163b2f1321" providerId="LiveId" clId="{9E039210-9A9B-4D2A-9E5F-3BB0F9D7A0FD}" dt="2026-01-02T20:01:46.493" v="627" actId="27636"/>
        <pc:sldMkLst>
          <pc:docMk/>
          <pc:sldMk cId="1213035519" sldId="269"/>
        </pc:sldMkLst>
        <pc:spChg chg="mod">
          <ac:chgData name="Baozhong Liu" userId="1a0da9163b2f1321" providerId="LiveId" clId="{9E039210-9A9B-4D2A-9E5F-3BB0F9D7A0FD}" dt="2026-01-02T19:58:50.720" v="591" actId="20577"/>
          <ac:spMkLst>
            <pc:docMk/>
            <pc:sldMk cId="1213035519" sldId="269"/>
            <ac:spMk id="2" creationId="{75BAC845-D2AD-F886-DAF2-BC08BE0E60B9}"/>
          </ac:spMkLst>
        </pc:spChg>
        <pc:spChg chg="add del mod">
          <ac:chgData name="Baozhong Liu" userId="1a0da9163b2f1321" providerId="LiveId" clId="{9E039210-9A9B-4D2A-9E5F-3BB0F9D7A0FD}" dt="2026-01-02T20:01:46.493" v="627" actId="27636"/>
          <ac:spMkLst>
            <pc:docMk/>
            <pc:sldMk cId="1213035519" sldId="269"/>
            <ac:spMk id="3" creationId="{2B259669-6E6B-F98E-316E-26DFE53422B2}"/>
          </ac:spMkLst>
        </pc:spChg>
        <pc:spChg chg="add mod">
          <ac:chgData name="Baozhong Liu" userId="1a0da9163b2f1321" providerId="LiveId" clId="{9E039210-9A9B-4D2A-9E5F-3BB0F9D7A0FD}" dt="2026-01-02T19:59:17.674" v="593"/>
          <ac:spMkLst>
            <pc:docMk/>
            <pc:sldMk cId="1213035519" sldId="269"/>
            <ac:spMk id="4" creationId="{8B2B6DB3-8126-A068-BEFC-51246CFE7E3C}"/>
          </ac:spMkLst>
        </pc:spChg>
        <pc:spChg chg="add">
          <ac:chgData name="Baozhong Liu" userId="1a0da9163b2f1321" providerId="LiveId" clId="{9E039210-9A9B-4D2A-9E5F-3BB0F9D7A0FD}" dt="2026-01-02T19:59:43.175" v="597"/>
          <ac:spMkLst>
            <pc:docMk/>
            <pc:sldMk cId="1213035519" sldId="269"/>
            <ac:spMk id="5" creationId="{5CFC7874-8343-1C23-E880-56C096B509F4}"/>
          </ac:spMkLst>
        </pc:spChg>
      </pc:sldChg>
      <pc:sldChg chg="addSp delSp modSp new mod">
        <pc:chgData name="Baozhong Liu" userId="1a0da9163b2f1321" providerId="LiveId" clId="{9E039210-9A9B-4D2A-9E5F-3BB0F9D7A0FD}" dt="2026-01-02T23:06:34.735" v="669" actId="207"/>
        <pc:sldMkLst>
          <pc:docMk/>
          <pc:sldMk cId="479891760" sldId="270"/>
        </pc:sldMkLst>
        <pc:spChg chg="mod">
          <ac:chgData name="Baozhong Liu" userId="1a0da9163b2f1321" providerId="LiveId" clId="{9E039210-9A9B-4D2A-9E5F-3BB0F9D7A0FD}" dt="2026-01-02T23:05:04.924" v="659" actId="20577"/>
          <ac:spMkLst>
            <pc:docMk/>
            <pc:sldMk cId="479891760" sldId="270"/>
            <ac:spMk id="2" creationId="{68B28670-EBC3-2B85-D18B-7D15BB86D4F8}"/>
          </ac:spMkLst>
        </pc:spChg>
        <pc:spChg chg="del">
          <ac:chgData name="Baozhong Liu" userId="1a0da9163b2f1321" providerId="LiveId" clId="{9E039210-9A9B-4D2A-9E5F-3BB0F9D7A0FD}" dt="2026-01-02T23:03:53.592" v="631"/>
          <ac:spMkLst>
            <pc:docMk/>
            <pc:sldMk cId="479891760" sldId="270"/>
            <ac:spMk id="3" creationId="{CAB02CCE-5582-D890-0D46-6E5FE5BB1ED9}"/>
          </ac:spMkLst>
        </pc:spChg>
        <pc:spChg chg="add mod">
          <ac:chgData name="Baozhong Liu" userId="1a0da9163b2f1321" providerId="LiveId" clId="{9E039210-9A9B-4D2A-9E5F-3BB0F9D7A0FD}" dt="2026-01-02T23:06:34.735" v="669" actId="207"/>
          <ac:spMkLst>
            <pc:docMk/>
            <pc:sldMk cId="479891760" sldId="270"/>
            <ac:spMk id="7" creationId="{C75305BF-EE84-C0D8-ECC0-4DCA92357BD9}"/>
          </ac:spMkLst>
        </pc:spChg>
        <pc:spChg chg="add">
          <ac:chgData name="Baozhong Liu" userId="1a0da9163b2f1321" providerId="LiveId" clId="{9E039210-9A9B-4D2A-9E5F-3BB0F9D7A0FD}" dt="2026-01-02T23:05:29.703" v="661"/>
          <ac:spMkLst>
            <pc:docMk/>
            <pc:sldMk cId="479891760" sldId="270"/>
            <ac:spMk id="8" creationId="{C316F3BA-CE6A-994F-4FE6-FADB6344D21E}"/>
          </ac:spMkLst>
        </pc:spChg>
        <pc:graphicFrameChg chg="add mod">
          <ac:chgData name="Baozhong Liu" userId="1a0da9163b2f1321" providerId="LiveId" clId="{9E039210-9A9B-4D2A-9E5F-3BB0F9D7A0FD}" dt="2026-01-02T23:06:25.947" v="667" actId="1076"/>
          <ac:graphicFrameMkLst>
            <pc:docMk/>
            <pc:sldMk cId="479891760" sldId="270"/>
            <ac:graphicFrameMk id="4" creationId="{788B3BE3-79C4-E3DD-3500-79882AE8CDE5}"/>
          </ac:graphicFrameMkLst>
        </pc:graphicFrameChg>
        <pc:graphicFrameChg chg="add del mod">
          <ac:chgData name="Baozhong Liu" userId="1a0da9163b2f1321" providerId="LiveId" clId="{9E039210-9A9B-4D2A-9E5F-3BB0F9D7A0FD}" dt="2026-01-02T23:04:56.312" v="648" actId="478"/>
          <ac:graphicFrameMkLst>
            <pc:docMk/>
            <pc:sldMk cId="479891760" sldId="270"/>
            <ac:graphicFrameMk id="5" creationId="{ABD45103-E8D6-340A-52EF-5777CC6F59AA}"/>
          </ac:graphicFrameMkLst>
        </pc:graphicFrameChg>
        <pc:graphicFrameChg chg="add mod">
          <ac:chgData name="Baozhong Liu" userId="1a0da9163b2f1321" providerId="LiveId" clId="{9E039210-9A9B-4D2A-9E5F-3BB0F9D7A0FD}" dt="2026-01-02T23:04:46.958" v="645" actId="1076"/>
          <ac:graphicFrameMkLst>
            <pc:docMk/>
            <pc:sldMk cId="479891760" sldId="270"/>
            <ac:graphicFrameMk id="6" creationId="{0285244D-0CBE-3FD1-5110-C76C2CE4BC3A}"/>
          </ac:graphicFrameMkLst>
        </pc:graphicFrameChg>
      </pc:sldChg>
      <pc:sldChg chg="modSp new mod">
        <pc:chgData name="Baozhong Liu" userId="1a0da9163b2f1321" providerId="LiveId" clId="{9E039210-9A9B-4D2A-9E5F-3BB0F9D7A0FD}" dt="2026-01-02T23:12:22.810" v="695" actId="20577"/>
        <pc:sldMkLst>
          <pc:docMk/>
          <pc:sldMk cId="805285424" sldId="271"/>
        </pc:sldMkLst>
        <pc:spChg chg="mod">
          <ac:chgData name="Baozhong Liu" userId="1a0da9163b2f1321" providerId="LiveId" clId="{9E039210-9A9B-4D2A-9E5F-3BB0F9D7A0FD}" dt="2026-01-02T23:08:12.876" v="688" actId="20577"/>
          <ac:spMkLst>
            <pc:docMk/>
            <pc:sldMk cId="805285424" sldId="271"/>
            <ac:spMk id="2" creationId="{5A256F08-FEA1-20E5-4023-64A52C26A9BB}"/>
          </ac:spMkLst>
        </pc:spChg>
        <pc:spChg chg="mod">
          <ac:chgData name="Baozhong Liu" userId="1a0da9163b2f1321" providerId="LiveId" clId="{9E039210-9A9B-4D2A-9E5F-3BB0F9D7A0FD}" dt="2026-01-02T23:12:22.810" v="695" actId="20577"/>
          <ac:spMkLst>
            <pc:docMk/>
            <pc:sldMk cId="805285424" sldId="271"/>
            <ac:spMk id="3" creationId="{51130DF1-4C60-FB96-0159-44A92E33F2C3}"/>
          </ac:spMkLst>
        </pc:spChg>
      </pc:sldChg>
      <pc:sldChg chg="addSp modSp new mod">
        <pc:chgData name="Baozhong Liu" userId="1a0da9163b2f1321" providerId="LiveId" clId="{9E039210-9A9B-4D2A-9E5F-3BB0F9D7A0FD}" dt="2026-01-02T23:15:30.053" v="726" actId="113"/>
        <pc:sldMkLst>
          <pc:docMk/>
          <pc:sldMk cId="357704329" sldId="272"/>
        </pc:sldMkLst>
        <pc:spChg chg="mod">
          <ac:chgData name="Baozhong Liu" userId="1a0da9163b2f1321" providerId="LiveId" clId="{9E039210-9A9B-4D2A-9E5F-3BB0F9D7A0FD}" dt="2026-01-02T23:12:37.863" v="697"/>
          <ac:spMkLst>
            <pc:docMk/>
            <pc:sldMk cId="357704329" sldId="272"/>
            <ac:spMk id="2" creationId="{61CB00A2-0FCC-F1BD-E881-2E8383F4A9D3}"/>
          </ac:spMkLst>
        </pc:spChg>
        <pc:spChg chg="mod">
          <ac:chgData name="Baozhong Liu" userId="1a0da9163b2f1321" providerId="LiveId" clId="{9E039210-9A9B-4D2A-9E5F-3BB0F9D7A0FD}" dt="2026-01-02T23:15:30.053" v="726" actId="113"/>
          <ac:spMkLst>
            <pc:docMk/>
            <pc:sldMk cId="357704329" sldId="272"/>
            <ac:spMk id="3" creationId="{B9FE0407-84C3-95AF-F5F8-E73FF8456EC9}"/>
          </ac:spMkLst>
        </pc:spChg>
        <pc:spChg chg="add">
          <ac:chgData name="Baozhong Liu" userId="1a0da9163b2f1321" providerId="LiveId" clId="{9E039210-9A9B-4D2A-9E5F-3BB0F9D7A0FD}" dt="2026-01-02T23:13:02.246" v="701"/>
          <ac:spMkLst>
            <pc:docMk/>
            <pc:sldMk cId="357704329" sldId="272"/>
            <ac:spMk id="4" creationId="{FD343340-00BB-830D-2E85-5C7E468ED442}"/>
          </ac:spMkLst>
        </pc:spChg>
        <pc:spChg chg="add">
          <ac:chgData name="Baozhong Liu" userId="1a0da9163b2f1321" providerId="LiveId" clId="{9E039210-9A9B-4D2A-9E5F-3BB0F9D7A0FD}" dt="2026-01-02T23:13:18.203" v="709"/>
          <ac:spMkLst>
            <pc:docMk/>
            <pc:sldMk cId="357704329" sldId="272"/>
            <ac:spMk id="5" creationId="{E3022C3A-2837-9AE6-2C74-30C008518A3E}"/>
          </ac:spMkLst>
        </pc:spChg>
      </pc:sldChg>
      <pc:sldChg chg="addSp delSp modSp new">
        <pc:chgData name="Baozhong Liu" userId="1a0da9163b2f1321" providerId="LiveId" clId="{9E039210-9A9B-4D2A-9E5F-3BB0F9D7A0FD}" dt="2026-01-02T23:14:31.942" v="721"/>
        <pc:sldMkLst>
          <pc:docMk/>
          <pc:sldMk cId="2023067811" sldId="273"/>
        </pc:sldMkLst>
        <pc:spChg chg="mod">
          <ac:chgData name="Baozhong Liu" userId="1a0da9163b2f1321" providerId="LiveId" clId="{9E039210-9A9B-4D2A-9E5F-3BB0F9D7A0FD}" dt="2026-01-02T23:14:31.942" v="721"/>
          <ac:spMkLst>
            <pc:docMk/>
            <pc:sldMk cId="2023067811" sldId="273"/>
            <ac:spMk id="2" creationId="{19E8D948-8A24-BA1A-FBE3-11D8466278CD}"/>
          </ac:spMkLst>
        </pc:spChg>
        <pc:spChg chg="del">
          <ac:chgData name="Baozhong Liu" userId="1a0da9163b2f1321" providerId="LiveId" clId="{9E039210-9A9B-4D2A-9E5F-3BB0F9D7A0FD}" dt="2026-01-02T23:14:18.260" v="720"/>
          <ac:spMkLst>
            <pc:docMk/>
            <pc:sldMk cId="2023067811" sldId="273"/>
            <ac:spMk id="3" creationId="{3188A0CA-6D59-F4F2-31BC-1A4B57DC0A28}"/>
          </ac:spMkLst>
        </pc:spChg>
        <pc:graphicFrameChg chg="add mod">
          <ac:chgData name="Baozhong Liu" userId="1a0da9163b2f1321" providerId="LiveId" clId="{9E039210-9A9B-4D2A-9E5F-3BB0F9D7A0FD}" dt="2026-01-02T23:14:18.260" v="720"/>
          <ac:graphicFrameMkLst>
            <pc:docMk/>
            <pc:sldMk cId="2023067811" sldId="273"/>
            <ac:graphicFrameMk id="4" creationId="{E523080A-D18A-3786-286D-C3A8F56AD19F}"/>
          </ac:graphicFrameMkLst>
        </pc:graphicFrameChg>
      </pc:sldChg>
      <pc:sldChg chg="addSp modSp new mod">
        <pc:chgData name="Baozhong Liu" userId="1a0da9163b2f1321" providerId="LiveId" clId="{9E039210-9A9B-4D2A-9E5F-3BB0F9D7A0FD}" dt="2026-01-02T23:18:11.166" v="746" actId="113"/>
        <pc:sldMkLst>
          <pc:docMk/>
          <pc:sldMk cId="1539024932" sldId="274"/>
        </pc:sldMkLst>
        <pc:spChg chg="mod">
          <ac:chgData name="Baozhong Liu" userId="1a0da9163b2f1321" providerId="LiveId" clId="{9E039210-9A9B-4D2A-9E5F-3BB0F9D7A0FD}" dt="2026-01-02T23:16:06.824" v="728"/>
          <ac:spMkLst>
            <pc:docMk/>
            <pc:sldMk cId="1539024932" sldId="274"/>
            <ac:spMk id="2" creationId="{4D47C47F-DCB8-327F-C65A-A2B13F379882}"/>
          </ac:spMkLst>
        </pc:spChg>
        <pc:spChg chg="mod">
          <ac:chgData name="Baozhong Liu" userId="1a0da9163b2f1321" providerId="LiveId" clId="{9E039210-9A9B-4D2A-9E5F-3BB0F9D7A0FD}" dt="2026-01-02T23:17:41.380" v="741" actId="404"/>
          <ac:spMkLst>
            <pc:docMk/>
            <pc:sldMk cId="1539024932" sldId="274"/>
            <ac:spMk id="3" creationId="{2A855104-6CA2-EF29-9898-24EEA48B24D1}"/>
          </ac:spMkLst>
        </pc:spChg>
        <pc:spChg chg="add">
          <ac:chgData name="Baozhong Liu" userId="1a0da9163b2f1321" providerId="LiveId" clId="{9E039210-9A9B-4D2A-9E5F-3BB0F9D7A0FD}" dt="2026-01-02T23:16:32.698" v="732"/>
          <ac:spMkLst>
            <pc:docMk/>
            <pc:sldMk cId="1539024932" sldId="274"/>
            <ac:spMk id="4" creationId="{03BE8DA8-C74C-13A9-B2CA-A5F5C1E86967}"/>
          </ac:spMkLst>
        </pc:spChg>
        <pc:spChg chg="add mod">
          <ac:chgData name="Baozhong Liu" userId="1a0da9163b2f1321" providerId="LiveId" clId="{9E039210-9A9B-4D2A-9E5F-3BB0F9D7A0FD}" dt="2026-01-02T23:18:11.166" v="746" actId="113"/>
          <ac:spMkLst>
            <pc:docMk/>
            <pc:sldMk cId="1539024932" sldId="274"/>
            <ac:spMk id="5" creationId="{F3C2C864-EC30-BBBB-33CF-F8229E84921C}"/>
          </ac:spMkLst>
        </pc:spChg>
      </pc:sldChg>
      <pc:sldChg chg="modSp new mod">
        <pc:chgData name="Baozhong Liu" userId="1a0da9163b2f1321" providerId="LiveId" clId="{9E039210-9A9B-4D2A-9E5F-3BB0F9D7A0FD}" dt="2026-01-02T23:21:28.140" v="769" actId="20577"/>
        <pc:sldMkLst>
          <pc:docMk/>
          <pc:sldMk cId="3849007804" sldId="275"/>
        </pc:sldMkLst>
        <pc:spChg chg="mod">
          <ac:chgData name="Baozhong Liu" userId="1a0da9163b2f1321" providerId="LiveId" clId="{9E039210-9A9B-4D2A-9E5F-3BB0F9D7A0FD}" dt="2026-01-02T23:19:02.387" v="764" actId="20577"/>
          <ac:spMkLst>
            <pc:docMk/>
            <pc:sldMk cId="3849007804" sldId="275"/>
            <ac:spMk id="2" creationId="{10ECD67F-FBF1-EFAA-C4BC-52BDB6999AA3}"/>
          </ac:spMkLst>
        </pc:spChg>
        <pc:spChg chg="mod">
          <ac:chgData name="Baozhong Liu" userId="1a0da9163b2f1321" providerId="LiveId" clId="{9E039210-9A9B-4D2A-9E5F-3BB0F9D7A0FD}" dt="2026-01-02T23:21:28.140" v="769" actId="20577"/>
          <ac:spMkLst>
            <pc:docMk/>
            <pc:sldMk cId="3849007804" sldId="275"/>
            <ac:spMk id="3" creationId="{FA7118B1-25FE-74C3-2303-96E185EB4697}"/>
          </ac:spMkLst>
        </pc:spChg>
      </pc:sldChg>
      <pc:sldChg chg="addSp modSp new mod">
        <pc:chgData name="Baozhong Liu" userId="1a0da9163b2f1321" providerId="LiveId" clId="{9E039210-9A9B-4D2A-9E5F-3BB0F9D7A0FD}" dt="2026-01-03T00:46:30.482" v="790" actId="12"/>
        <pc:sldMkLst>
          <pc:docMk/>
          <pc:sldMk cId="3514173888" sldId="276"/>
        </pc:sldMkLst>
        <pc:spChg chg="mod">
          <ac:chgData name="Baozhong Liu" userId="1a0da9163b2f1321" providerId="LiveId" clId="{9E039210-9A9B-4D2A-9E5F-3BB0F9D7A0FD}" dt="2026-01-02T23:21:51.216" v="771"/>
          <ac:spMkLst>
            <pc:docMk/>
            <pc:sldMk cId="3514173888" sldId="276"/>
            <ac:spMk id="2" creationId="{7DED6D5E-04D5-F9E0-35CB-8AF9D83D94B1}"/>
          </ac:spMkLst>
        </pc:spChg>
        <pc:spChg chg="mod">
          <ac:chgData name="Baozhong Liu" userId="1a0da9163b2f1321" providerId="LiveId" clId="{9E039210-9A9B-4D2A-9E5F-3BB0F9D7A0FD}" dt="2026-01-03T00:46:30.482" v="790" actId="12"/>
          <ac:spMkLst>
            <pc:docMk/>
            <pc:sldMk cId="3514173888" sldId="276"/>
            <ac:spMk id="3" creationId="{FFC711C3-3F5B-BCEF-F471-AE7796BBDE48}"/>
          </ac:spMkLst>
        </pc:spChg>
        <pc:spChg chg="add">
          <ac:chgData name="Baozhong Liu" userId="1a0da9163b2f1321" providerId="LiveId" clId="{9E039210-9A9B-4D2A-9E5F-3BB0F9D7A0FD}" dt="2026-01-03T00:46:01.643" v="782"/>
          <ac:spMkLst>
            <pc:docMk/>
            <pc:sldMk cId="3514173888" sldId="276"/>
            <ac:spMk id="4" creationId="{45D00D85-D256-A9C0-8CD9-6B1E230A2579}"/>
          </ac:spMkLst>
        </pc:spChg>
      </pc:sldChg>
      <pc:sldChg chg="addSp modSp new mod">
        <pc:chgData name="Baozhong Liu" userId="1a0da9163b2f1321" providerId="LiveId" clId="{9E039210-9A9B-4D2A-9E5F-3BB0F9D7A0FD}" dt="2026-01-03T00:50:25.509" v="812" actId="13926"/>
        <pc:sldMkLst>
          <pc:docMk/>
          <pc:sldMk cId="2943569295" sldId="277"/>
        </pc:sldMkLst>
        <pc:spChg chg="mod">
          <ac:chgData name="Baozhong Liu" userId="1a0da9163b2f1321" providerId="LiveId" clId="{9E039210-9A9B-4D2A-9E5F-3BB0F9D7A0FD}" dt="2026-01-03T00:47:27.321" v="792"/>
          <ac:spMkLst>
            <pc:docMk/>
            <pc:sldMk cId="2943569295" sldId="277"/>
            <ac:spMk id="2" creationId="{C50ED73B-34B7-B667-DD9E-639D589432D2}"/>
          </ac:spMkLst>
        </pc:spChg>
        <pc:spChg chg="mod">
          <ac:chgData name="Baozhong Liu" userId="1a0da9163b2f1321" providerId="LiveId" clId="{9E039210-9A9B-4D2A-9E5F-3BB0F9D7A0FD}" dt="2026-01-03T00:50:25.509" v="812" actId="13926"/>
          <ac:spMkLst>
            <pc:docMk/>
            <pc:sldMk cId="2943569295" sldId="277"/>
            <ac:spMk id="3" creationId="{61A27D0A-544A-D941-C38E-59648DEAC8B7}"/>
          </ac:spMkLst>
        </pc:spChg>
        <pc:spChg chg="add">
          <ac:chgData name="Baozhong Liu" userId="1a0da9163b2f1321" providerId="LiveId" clId="{9E039210-9A9B-4D2A-9E5F-3BB0F9D7A0FD}" dt="2026-01-03T00:48:55.615" v="799"/>
          <ac:spMkLst>
            <pc:docMk/>
            <pc:sldMk cId="2943569295" sldId="277"/>
            <ac:spMk id="4" creationId="{80EC57A4-659B-065A-58A0-A5B6DC0AE0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397B-222A-0858-C085-47843C944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AE7A2-332D-9A12-AE90-B59D953E7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CE3B8-8778-C9C7-838B-732B728F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32FED-9158-1F67-4BE1-FA470E0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59AFB-F8FB-2FF7-121D-7EED99B4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6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1C0D-F71C-0795-3EFB-41D774B0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A6B2B-7B89-1653-031C-07F488C6A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B4DC0-842E-D087-A2FF-2767F695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CDB7B-E90C-73C5-BA9B-A668BF55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FC561-5503-5BBE-179A-68312274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94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472D-D543-A72B-A628-0DF727D1F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3129E-3FC9-2E99-C7F0-0F119B82B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46A6D-9C01-470E-8101-9B044FCA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5C93C-AA13-3D2C-5EA7-33862326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646C3-F2F5-CD20-29CB-97765C8F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0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8E63-EB6E-BAF9-B2BF-A2540ADC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CCABF-7449-1629-1619-6B1D3BF71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4CD73-9A5C-1D59-BE59-195B672C4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A945C-CAA4-107E-A67A-E1A55B46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5C0A1-9950-6CD1-E44A-2A916AF1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07888-030C-A87A-30B1-65374636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94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3B41-B991-AC17-4FA3-3FDABC14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76184-18FD-BF14-387F-3A58146F6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FF8E3-0BD3-0F0E-D971-F60BDAD2E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415C4-FCAC-881F-5571-11CEF5663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90756-086C-7E6D-DFB3-2736BC1A2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97B32-988A-6300-9FE6-A3D92EE9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00AA9A-519C-19A2-69C1-07429A277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F46B3-4EF9-6E1F-D922-D43DDEC1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63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12A12-A213-AFFE-711B-BF014137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22225-8E8A-02A2-C88D-4AE84520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331F0-8DCE-BF97-0BE9-711DB616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9F870-FFBB-FA39-89E8-69D3B53C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3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A2AA1-1ED6-44FF-C4D1-4F850011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9DE57-8EB1-2737-787B-F5C58ABF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B4AA6-66BD-38CE-7168-94C7E1DD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1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4387-4122-51AA-A340-38D80127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E89A7-503C-B7B6-4432-EC984379A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F6192-EA5B-B328-C8B3-E1FCC3068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7B069-9866-7B5E-CD4E-579205AA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1F71F-4210-C9AE-5A28-7E1BD2FC5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E7980-7E68-8167-F446-F614A995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9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9CD4-FC19-C39E-9B5A-0C9BF56D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71899-1354-A964-CE2A-A284814C3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953E2-7A29-300A-27FA-BF9A03AEF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6B19-61E5-64B8-5420-7B7EB4391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24CD7-17F2-FFA1-EA05-8C77B425D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79D3A-3092-12E8-7D1A-A275CE32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9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2C1B0-B720-E985-D342-F11AB506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DE8D3-85F4-393B-FFB3-84A653DD4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EE563-DC74-BDF5-CB0E-CD50D3B8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B330D-A8D4-91D9-672F-E0850E74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6107A-4511-03E0-EB93-2CCB4434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7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E4B566-B8E8-5FE1-EA29-C9DE5C8A3B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A7FC08-F475-F278-9D8A-D9116F112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D4C57-39DF-8D0E-5E52-FD558E66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B767B-C8AA-B69E-E562-B6A88836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E18E5-CDE3-28BA-2D66-84D87E18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1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51CCB-FA64-ECE3-3A04-B3D0541DD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68BC4-B8F7-6F0F-568E-6901ED64F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40ECA-A32F-593C-B9BF-1B30120D8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53B72-F7FD-41DB-AA94-360CAEEDDB1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E44BA-D1BD-5FFA-5F5A-32340D0CE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579B8-AD82-EFD5-FBCB-17A1F72B2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B8060-A789-4657-AB72-E9F17BDB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4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VJXh57MgI0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UVJXh57MgI0&amp;t=592" TargetMode="External"/><Relationship Id="rId7" Type="http://schemas.openxmlformats.org/officeDocument/2006/relationships/hyperlink" Target="http://www.youtube.com/watch?v=UVJXh57MgI0&amp;t=620" TargetMode="External"/><Relationship Id="rId2" Type="http://schemas.openxmlformats.org/officeDocument/2006/relationships/hyperlink" Target="http://www.youtube.com/watch?v=UVJXh57MgI0&amp;t=58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watch?v=UVJXh57MgI0&amp;t=612" TargetMode="External"/><Relationship Id="rId5" Type="http://schemas.openxmlformats.org/officeDocument/2006/relationships/hyperlink" Target="http://www.youtube.com/watch?v=UVJXh57MgI0&amp;t=603" TargetMode="External"/><Relationship Id="rId4" Type="http://schemas.openxmlformats.org/officeDocument/2006/relationships/hyperlink" Target="http://www.youtube.com/watch?v=UVJXh57MgI0&amp;t=597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watch?v=UVJXh57MgI0&amp;t=936" TargetMode="External"/><Relationship Id="rId3" Type="http://schemas.openxmlformats.org/officeDocument/2006/relationships/hyperlink" Target="http://www.youtube.com/watch?v=UVJXh57MgI0&amp;t=913" TargetMode="External"/><Relationship Id="rId7" Type="http://schemas.openxmlformats.org/officeDocument/2006/relationships/hyperlink" Target="http://www.youtube.com/watch?v=UVJXh57MgI0&amp;t=922" TargetMode="External"/><Relationship Id="rId2" Type="http://schemas.openxmlformats.org/officeDocument/2006/relationships/hyperlink" Target="http://www.youtube.com/watch?v=UVJXh57MgI0&amp;t=94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watch?v=UVJXh57MgI0&amp;t=904" TargetMode="External"/><Relationship Id="rId5" Type="http://schemas.openxmlformats.org/officeDocument/2006/relationships/hyperlink" Target="http://www.youtube.com/watch?v=UVJXh57MgI0&amp;t=955" TargetMode="External"/><Relationship Id="rId4" Type="http://schemas.openxmlformats.org/officeDocument/2006/relationships/hyperlink" Target="http://www.youtube.com/watch?v=UVJXh57MgI0&amp;t=864" TargetMode="External"/><Relationship Id="rId9" Type="http://schemas.openxmlformats.org/officeDocument/2006/relationships/hyperlink" Target="http://www.youtube.com/watch?v=UVJXh57MgI0&amp;t=859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shorts/L4ha7xeTvH8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qgHNPlXeYc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AA7D-0FCC-49FF-A494-C7FE5EF23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Code with Opus 4.5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93E7B-78F6-D583-A0C1-B5F3B4DDE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Alex Finn</a:t>
            </a:r>
          </a:p>
          <a:p>
            <a:r>
              <a:rPr lang="en-US" dirty="0"/>
              <a:t>https://www.youtube.com/watch?v=UVJXh57MgI0</a:t>
            </a:r>
          </a:p>
        </p:txBody>
      </p:sp>
    </p:spTree>
    <p:extLst>
      <p:ext uri="{BB962C8B-B14F-4D97-AF65-F5344CB8AC3E}">
        <p14:creationId xmlns:p14="http://schemas.microsoft.com/office/powerpoint/2010/main" val="2514909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The only Claude Code guide you'll ever need (Opus 4.5)">
            <a:hlinkClick r:id="" action="ppaction://media"/>
            <a:extLst>
              <a:ext uri="{FF2B5EF4-FFF2-40B4-BE49-F238E27FC236}">
                <a16:creationId xmlns:a16="http://schemas.microsoft.com/office/drawing/2014/main" id="{5804A0BD-099D-EB6F-0D77-C78346DE164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4818" y="51943"/>
            <a:ext cx="12045305" cy="680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8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5CB5C-66D7-2C49-61EE-271D4176B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362" y="751113"/>
            <a:ext cx="12041394" cy="547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5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17CE-6288-3E0B-E0C2-068CBEF57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Claude Code in VS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73E17-9410-A05F-EA0E-6AA2F3FAF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the new terminal, simply type, </a:t>
            </a:r>
            <a:r>
              <a:rPr lang="en-US" dirty="0" err="1"/>
              <a:t>claude</a:t>
            </a:r>
            <a:r>
              <a:rPr lang="en-US" dirty="0"/>
              <a:t>, then hit enter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58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063F-13D2-2530-D1B2-0BB3BB98E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mode (</a:t>
            </a:r>
            <a:r>
              <a:rPr lang="en-US" dirty="0">
                <a:solidFill>
                  <a:srgbClr val="FF0000"/>
                </a:solidFill>
              </a:rPr>
              <a:t>Shift + tab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71F8-50C3-1801-5827-46DFF2394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7657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Prompt: </a:t>
            </a:r>
          </a:p>
          <a:p>
            <a:pPr marL="0" indent="0">
              <a:buNone/>
            </a:pPr>
            <a:r>
              <a:rPr lang="en-US" dirty="0"/>
              <a:t>I want to build a </a:t>
            </a:r>
            <a:r>
              <a:rPr lang="en-US" dirty="0">
                <a:highlight>
                  <a:srgbClr val="FFFF00"/>
                </a:highlight>
              </a:rPr>
              <a:t>project management app </a:t>
            </a:r>
            <a:r>
              <a:rPr lang="en-US" dirty="0"/>
              <a:t>for vibe coders. It should be a </a:t>
            </a:r>
            <a:r>
              <a:rPr lang="en-US" dirty="0">
                <a:solidFill>
                  <a:srgbClr val="FF0000"/>
                </a:solidFill>
              </a:rPr>
              <a:t>Kanban</a:t>
            </a:r>
            <a:r>
              <a:rPr lang="en-US" dirty="0"/>
              <a:t> board that also has a to-do list next to it and a note-taking area. The Kanban board should have 'To Do', 'In Progress', and 'Complete' and have cards for the tasks you can drag and move around. Make it a clean, simple dark mode interface that doesn't look AI-generated. I also want to use </a:t>
            </a:r>
            <a:r>
              <a:rPr lang="en-US" dirty="0">
                <a:solidFill>
                  <a:srgbClr val="FF0000"/>
                </a:solidFill>
              </a:rPr>
              <a:t>Next.js </a:t>
            </a:r>
            <a:r>
              <a:rPr lang="en-US" dirty="0"/>
              <a:t>for this and local storage.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8A6826-E0F9-C197-FB40-5213536F7C90}"/>
              </a:ext>
            </a:extLst>
          </p:cNvPr>
          <p:cNvSpPr/>
          <p:nvPr/>
        </p:nvSpPr>
        <p:spPr>
          <a:xfrm>
            <a:off x="7086600" y="947057"/>
            <a:ext cx="4822371" cy="43513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Key Components of the Prompt:</a:t>
            </a:r>
          </a:p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Target Audience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"Vibe coders" [</a:t>
            </a:r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09:47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Core Features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A Kanban board, a side-by-side to-do list, and a note-taking area [</a:t>
            </a:r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09:47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09:52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Specific Functionality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Drag-and-drop cards with standard status columns (To Do, In Progress, Complete) [</a:t>
            </a:r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09:52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09:57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Design Preference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A clean, simple dark mode interface that avoids a typical "AI-generated" look [</a:t>
            </a:r>
            <a:r>
              <a:rPr lang="en-US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09:57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10:03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  <a:p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Technical Stack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Next.js</a:t>
            </a:r>
            <a:r>
              <a:rPr lang="en-US" dirty="0">
                <a:solidFill>
                  <a:schemeClr val="tx1"/>
                </a:solidFill>
              </a:rPr>
              <a:t> for the framework and </a:t>
            </a:r>
            <a:r>
              <a:rPr lang="en-US" b="1" dirty="0">
                <a:solidFill>
                  <a:schemeClr val="tx1"/>
                </a:solidFill>
              </a:rPr>
              <a:t>local storage</a:t>
            </a:r>
            <a:r>
              <a:rPr lang="en-US" dirty="0">
                <a:solidFill>
                  <a:schemeClr val="tx1"/>
                </a:solidFill>
              </a:rPr>
              <a:t> for data persistence (before moving to a full database later) [</a:t>
            </a:r>
            <a:r>
              <a:rPr lang="en-US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10:12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10:20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</p:txBody>
      </p:sp>
    </p:spTree>
    <p:extLst>
      <p:ext uri="{BB962C8B-B14F-4D97-AF65-F5344CB8AC3E}">
        <p14:creationId xmlns:p14="http://schemas.microsoft.com/office/powerpoint/2010/main" val="358452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0C71-2C34-AFC2-C9E7-8F159BD2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Front-end design skill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9FF8D-38B8-139C-D15F-F87DD6AC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0686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specialized </a:t>
            </a:r>
            <a:r>
              <a:rPr lang="en-US" b="1" dirty="0"/>
              <a:t>Claude Skill</a:t>
            </a:r>
            <a:r>
              <a:rPr lang="en-US" dirty="0"/>
              <a:t> (essentially a plugin) that transforms Claude into a </a:t>
            </a:r>
            <a:r>
              <a:rPr lang="en-US" dirty="0">
                <a:highlight>
                  <a:srgbClr val="FFFF00"/>
                </a:highlight>
              </a:rPr>
              <a:t>design expert</a:t>
            </a:r>
          </a:p>
          <a:p>
            <a:pPr marL="0" indent="0">
              <a:buNone/>
            </a:pPr>
            <a:r>
              <a:rPr lang="en-US" b="1" dirty="0"/>
              <a:t>What it is and What it Does:</a:t>
            </a:r>
          </a:p>
          <a:p>
            <a:r>
              <a:rPr lang="en-US" b="1" dirty="0"/>
              <a:t>The Problem:</a:t>
            </a:r>
            <a:r>
              <a:rPr lang="en-US" dirty="0"/>
              <a:t> Without this skill, AI-generated apps often look "ugly" or generic, with outdated gradients and poor layouts [</a:t>
            </a:r>
            <a:r>
              <a:rPr lang="en-US" dirty="0">
                <a:hlinkClick r:id="rId2"/>
              </a:rPr>
              <a:t>15:43</a:t>
            </a:r>
            <a:r>
              <a:rPr lang="en-US" dirty="0"/>
              <a:t>].</a:t>
            </a:r>
          </a:p>
          <a:p>
            <a:r>
              <a:rPr lang="en-US" b="1" dirty="0"/>
              <a:t>The Solution:</a:t>
            </a:r>
            <a:r>
              <a:rPr lang="en-US" dirty="0"/>
              <a:t> This skill teaches Claude the principles of modern, professional UI (User Interface) design [</a:t>
            </a:r>
            <a:r>
              <a:rPr lang="en-US" dirty="0">
                <a:hlinkClick r:id="rId3"/>
              </a:rPr>
              <a:t>15:13</a:t>
            </a:r>
            <a:r>
              <a:rPr lang="en-US" dirty="0"/>
              <a:t>].</a:t>
            </a:r>
          </a:p>
          <a:p>
            <a:r>
              <a:rPr lang="en-US" b="1" dirty="0"/>
              <a:t>The Result:</a:t>
            </a:r>
            <a:r>
              <a:rPr lang="en-US" dirty="0"/>
              <a:t> It allows Claude to build interfaces that are clean, simple, and look like they were made by a high-end designer (e.g., modern fonts and "linear-style" aesthetics) rather than an AI [</a:t>
            </a:r>
            <a:r>
              <a:rPr lang="en-US" dirty="0">
                <a:hlinkClick r:id="rId4"/>
              </a:rPr>
              <a:t>14:24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15:55</a:t>
            </a:r>
            <a:r>
              <a:rPr lang="en-US" dirty="0"/>
              <a:t>].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1F96E1-3BA0-7685-E473-01C26706504A}"/>
              </a:ext>
            </a:extLst>
          </p:cNvPr>
          <p:cNvSpPr/>
          <p:nvPr/>
        </p:nvSpPr>
        <p:spPr>
          <a:xfrm>
            <a:off x="7086600" y="947057"/>
            <a:ext cx="4822371" cy="43513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How Alex uses it in the video: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Installation:</a:t>
            </a:r>
            <a:r>
              <a:rPr lang="en-US" dirty="0">
                <a:solidFill>
                  <a:schemeClr val="tx1"/>
                </a:solidFill>
              </a:rPr>
              <a:t> He installs the skill using two specific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terminal commands </a:t>
            </a:r>
            <a:r>
              <a:rPr lang="en-US" dirty="0">
                <a:solidFill>
                  <a:schemeClr val="tx1"/>
                </a:solidFill>
              </a:rPr>
              <a:t>(which he links in his description) [</a:t>
            </a:r>
            <a:r>
              <a:rPr lang="en-US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15:04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15:22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Redesigning:</a:t>
            </a:r>
            <a:r>
              <a:rPr lang="en-US" dirty="0">
                <a:solidFill>
                  <a:schemeClr val="tx1"/>
                </a:solidFill>
              </a:rPr>
              <a:t> Once installed, he simply tells Claude: </a:t>
            </a:r>
            <a:r>
              <a:rPr lang="en-US" b="1" dirty="0">
                <a:solidFill>
                  <a:schemeClr val="tx1"/>
                </a:solidFill>
              </a:rPr>
              <a:t>"Redesign my UI using the new design skill."</a:t>
            </a:r>
            <a:r>
              <a:rPr lang="en-US" dirty="0">
                <a:solidFill>
                  <a:schemeClr val="tx1"/>
                </a:solidFill>
              </a:rPr>
              <a:t> [</a:t>
            </a:r>
            <a:r>
              <a:rPr lang="en-US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15:36</a:t>
            </a:r>
            <a:r>
              <a:rPr lang="en-US" dirty="0">
                <a:solidFill>
                  <a:schemeClr val="tx1"/>
                </a:solidFill>
              </a:rPr>
              <a:t>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Transformation:</a:t>
            </a:r>
            <a:r>
              <a:rPr lang="en-US" dirty="0">
                <a:solidFill>
                  <a:schemeClr val="tx1"/>
                </a:solidFill>
              </a:rPr>
              <a:t> Claude then rebuilds the entire interface of his project management app to be "beautiful," professional, and modern-looking [</a:t>
            </a:r>
            <a:r>
              <a:rPr lang="en-US" dirty="0">
                <a:solidFill>
                  <a:schemeClr val="tx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14:19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15:43</a:t>
            </a:r>
            <a:r>
              <a:rPr lang="en-US" dirty="0">
                <a:solidFill>
                  <a:schemeClr val="tx1"/>
                </a:solidFill>
              </a:rPr>
              <a:t>].</a:t>
            </a:r>
          </a:p>
          <a:p>
            <a:r>
              <a:rPr lang="en-US" dirty="0">
                <a:solidFill>
                  <a:schemeClr val="tx1"/>
                </a:solidFill>
              </a:rPr>
              <a:t>these types of skills are a powerful feature of the Claude Code CLI that other AI tools don't currently offer, making it the best choice for building production-ready apps</a:t>
            </a:r>
          </a:p>
        </p:txBody>
      </p:sp>
    </p:spTree>
    <p:extLst>
      <p:ext uri="{BB962C8B-B14F-4D97-AF65-F5344CB8AC3E}">
        <p14:creationId xmlns:p14="http://schemas.microsoft.com/office/powerpoint/2010/main" val="3425938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B26E-D794-BD68-888F-CEFC3932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commands for Claude Code </a:t>
            </a:r>
            <a:r>
              <a:rPr lang="en-US" dirty="0">
                <a:highlight>
                  <a:srgbClr val="FFFF00"/>
                </a:highlight>
              </a:rPr>
              <a:t>Front-end skill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991FA-0D48-B3C7-1EFD-7052D16BA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/plugin marketplace add </a:t>
            </a:r>
            <a:r>
              <a:rPr lang="en-US" dirty="0" err="1"/>
              <a:t>anthropics</a:t>
            </a:r>
            <a:r>
              <a:rPr lang="en-US" dirty="0"/>
              <a:t>/</a:t>
            </a:r>
            <a:r>
              <a:rPr lang="en-US" dirty="0" err="1"/>
              <a:t>claude</a:t>
            </a:r>
            <a:r>
              <a:rPr lang="en-US" dirty="0"/>
              <a:t>-code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/plugin install </a:t>
            </a:r>
            <a:r>
              <a:rPr lang="en-US" dirty="0" err="1"/>
              <a:t>frontend-design@claused-code-plugins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501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711BA-CFAF-C089-D260-F25A300F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Flowstate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384E6-D90E-2844-4348-2BD2A6CA7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575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98A538-12A7-59A7-E3B4-BC22D941E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2" y="794657"/>
            <a:ext cx="11962122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24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9140-D11D-2210-D709-4C978F39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Vercel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E7C2-43F9-06DD-C8F4-6E1EC50FE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Vercel</a:t>
            </a:r>
            <a:r>
              <a:rPr lang="en-US" dirty="0"/>
              <a:t> is a cloud platform designed to make it incredibly easy for developers to deploy and host the "</a:t>
            </a:r>
            <a:r>
              <a:rPr lang="en-US" dirty="0">
                <a:highlight>
                  <a:srgbClr val="FFFF00"/>
                </a:highlight>
              </a:rPr>
              <a:t>front-facing</a:t>
            </a:r>
            <a:r>
              <a:rPr lang="en-US" dirty="0"/>
              <a:t>" parts of a website (the frontend) [1.1, 1.3]. While it's best known as the creator and maintainer of </a:t>
            </a:r>
            <a:r>
              <a:rPr lang="en-US" b="1" dirty="0"/>
              <a:t>Next.js</a:t>
            </a:r>
            <a:r>
              <a:rPr lang="en-US" dirty="0"/>
              <a:t>, it supports almost any modern </a:t>
            </a:r>
            <a:r>
              <a:rPr lang="en-US" dirty="0">
                <a:highlight>
                  <a:srgbClr val="FFFF00"/>
                </a:highlight>
              </a:rPr>
              <a:t>web framework</a:t>
            </a:r>
            <a:r>
              <a:rPr lang="en-US" dirty="0"/>
              <a:t> like React, Vue, Svelte, and Astro [1.2].</a:t>
            </a:r>
          </a:p>
          <a:p>
            <a:pPr marL="0" indent="0">
              <a:buNone/>
            </a:pPr>
            <a:r>
              <a:rPr lang="en-US" dirty="0"/>
              <a:t>Think of it as the bridge between your code (on GitHub) and a live website that users can actually visit.</a:t>
            </a:r>
          </a:p>
          <a:p>
            <a:pPr marL="514350" indent="-514350">
              <a:buAutoNum type="arabicPeriod"/>
            </a:pPr>
            <a:r>
              <a:rPr lang="en-US" dirty="0"/>
              <a:t>How It Works</a:t>
            </a:r>
          </a:p>
          <a:p>
            <a:pPr marL="0" indent="0">
              <a:buNone/>
            </a:pPr>
            <a:r>
              <a:rPr lang="en-US" dirty="0" err="1"/>
              <a:t>Vercel</a:t>
            </a:r>
            <a:r>
              <a:rPr lang="en-US" dirty="0"/>
              <a:t> automates the entire deployment process. You don't have to manually set up servers or networking [1.1].</a:t>
            </a:r>
          </a:p>
          <a:p>
            <a:r>
              <a:rPr lang="en-US" b="1" dirty="0"/>
              <a:t>Git Integration</a:t>
            </a:r>
            <a:r>
              <a:rPr lang="en-US" dirty="0"/>
              <a:t>: You connect your GitHub, GitLab, or Bitbucket account to </a:t>
            </a:r>
            <a:r>
              <a:rPr lang="en-US" dirty="0" err="1"/>
              <a:t>Vercel</a:t>
            </a:r>
            <a:r>
              <a:rPr lang="en-US" dirty="0"/>
              <a:t> [1.3].</a:t>
            </a:r>
          </a:p>
          <a:p>
            <a:r>
              <a:rPr lang="en-US" b="1" dirty="0"/>
              <a:t>Auto-Deployment</a:t>
            </a:r>
            <a:r>
              <a:rPr lang="en-US" dirty="0"/>
              <a:t>: Every time you "push" new code to your repository, </a:t>
            </a:r>
            <a:r>
              <a:rPr lang="en-US" dirty="0" err="1"/>
              <a:t>Vercel</a:t>
            </a:r>
            <a:r>
              <a:rPr lang="en-US" dirty="0"/>
              <a:t> automatically detects the changes, builds your project, and updates your live site in seconds [1.2, 1.3].</a:t>
            </a:r>
          </a:p>
          <a:p>
            <a:r>
              <a:rPr lang="en-US" b="1" dirty="0"/>
              <a:t>Global Network</a:t>
            </a:r>
            <a:r>
              <a:rPr lang="en-US" dirty="0"/>
              <a:t>: </a:t>
            </a:r>
            <a:r>
              <a:rPr lang="en-US" dirty="0" err="1"/>
              <a:t>Vercel</a:t>
            </a:r>
            <a:r>
              <a:rPr lang="en-US" dirty="0"/>
              <a:t> places your website on a </a:t>
            </a:r>
            <a:r>
              <a:rPr lang="en-US" dirty="0">
                <a:highlight>
                  <a:srgbClr val="FFFF00"/>
                </a:highlight>
              </a:rPr>
              <a:t>Global Edge Network</a:t>
            </a:r>
            <a:r>
              <a:rPr lang="en-US" dirty="0"/>
              <a:t>. This means your site's files are stored on servers all over the world, so they load instantly for a user whether they are in New York, London, or Tokyo [1.2, 2.3].2. Key Features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522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6C61-67FE-CB98-C325-9729E9654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743"/>
            <a:ext cx="10515600" cy="56762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2. Key Features</a:t>
            </a:r>
          </a:p>
          <a:p>
            <a:pPr marL="0" indent="0">
              <a:buNone/>
            </a:pPr>
            <a:r>
              <a:rPr lang="en-US" b="1" dirty="0"/>
              <a:t>Preview Deployments</a:t>
            </a:r>
            <a:r>
              <a:rPr lang="en-US" dirty="0"/>
              <a:t>: Every time you propose a change (a "Pull Request"), </a:t>
            </a:r>
            <a:r>
              <a:rPr lang="en-US" dirty="0" err="1"/>
              <a:t>Vercel</a:t>
            </a:r>
            <a:r>
              <a:rPr lang="en-US" dirty="0"/>
              <a:t> generates a unique temporary URL. This lets your team or clients see and test exactly what the new version looks like before it goes live [2.3].</a:t>
            </a:r>
          </a:p>
          <a:p>
            <a:pPr marL="0" indent="0">
              <a:buNone/>
            </a:pPr>
            <a:r>
              <a:rPr lang="en-US" b="1" dirty="0"/>
              <a:t>Serverless Functions</a:t>
            </a:r>
            <a:r>
              <a:rPr lang="en-US" dirty="0"/>
              <a:t>: Although </a:t>
            </a:r>
            <a:r>
              <a:rPr lang="en-US" dirty="0" err="1"/>
              <a:t>Vercel</a:t>
            </a:r>
            <a:r>
              <a:rPr lang="en-US" dirty="0"/>
              <a:t> focuses on the frontend, it allows you to run "backend" code (like processing a login or a payment) using Serverless Functions. You don't manage a server; the code just "runs" when needed and scales automatically [1.2, 2.5].</a:t>
            </a:r>
          </a:p>
          <a:p>
            <a:pPr marL="0" indent="0">
              <a:buNone/>
            </a:pPr>
            <a:r>
              <a:rPr lang="en-US" b="1" dirty="0"/>
              <a:t>v0 &amp; AI Tools</a:t>
            </a:r>
            <a:r>
              <a:rPr lang="en-US" dirty="0"/>
              <a:t>: </a:t>
            </a:r>
            <a:r>
              <a:rPr lang="en-US" dirty="0" err="1"/>
              <a:t>Vercel</a:t>
            </a:r>
            <a:r>
              <a:rPr lang="en-US" dirty="0"/>
              <a:t> has recently expanded into AI. Their tool v0 allows you to describe a website in plain English, and the AI will generate the code and deploy it for you instantly on </a:t>
            </a:r>
            <a:r>
              <a:rPr lang="en-US" dirty="0" err="1"/>
              <a:t>Vercel</a:t>
            </a:r>
            <a:r>
              <a:rPr lang="en-US" dirty="0"/>
              <a:t> [1.4, 4.2].</a:t>
            </a:r>
          </a:p>
          <a:p>
            <a:pPr marL="0" indent="0">
              <a:buNone/>
            </a:pPr>
            <a:r>
              <a:rPr lang="en-US" dirty="0"/>
              <a:t>3. Pricing: </a:t>
            </a:r>
            <a:r>
              <a:rPr lang="en-US" dirty="0" err="1"/>
              <a:t>Vercel</a:t>
            </a:r>
            <a:r>
              <a:rPr lang="en-US" dirty="0"/>
              <a:t> uses a "Hobby to Enterprise" model [4.1]:</a:t>
            </a:r>
          </a:p>
          <a:p>
            <a:r>
              <a:rPr lang="en-US" b="1" dirty="0"/>
              <a:t>Hobby</a:t>
            </a:r>
            <a:r>
              <a:rPr lang="en-US" dirty="0"/>
              <a:t> (Free): Perfect for personal projects and small apps. Includes automatic CI/CD and basic usage limits [4.1, 4.2].</a:t>
            </a:r>
          </a:p>
          <a:p>
            <a:r>
              <a:rPr lang="en-US" b="1" dirty="0"/>
              <a:t>Pro</a:t>
            </a:r>
            <a:r>
              <a:rPr lang="en-US" dirty="0"/>
              <a:t> ($20/month): Designed for professional teams. It offers higher usage limits, team collaboration tools, and faster builds [4.1, 4.3].</a:t>
            </a:r>
          </a:p>
          <a:p>
            <a:r>
              <a:rPr lang="en-US" b="1" dirty="0"/>
              <a:t>Enterprise</a:t>
            </a:r>
            <a:r>
              <a:rPr lang="en-US" dirty="0"/>
              <a:t>: Custom pricing for large companies requiring advanced security, compliance (like HIPAA), and dedicated support [4.1, 4.2].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892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2898-D858-F882-E7D0-C402829D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Vercel</a:t>
            </a:r>
            <a:r>
              <a:rPr lang="en-US" dirty="0"/>
              <a:t> vs. Competitors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BC9A23-30F7-3EC2-76DA-AA5D1E2E937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36374"/>
          <a:ext cx="10515600" cy="25298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1144802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274059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32546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65405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Vercel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Netlify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 Amplify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81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For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Next.js &amp; Dynamic Apps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Static Sites &amp; Composable Apps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Complex Enterprise Backends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989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Setup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Zero-config (easiest)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Low-config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High-config (requires AWS expertise)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32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Advantage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Superior SSR &amp; ISR performance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Great built-in forms &amp; identity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Infinite scalability within AWS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36977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6D6905F-5047-6697-5293-610CABB3AE79}"/>
              </a:ext>
            </a:extLst>
          </p:cNvPr>
          <p:cNvSpPr/>
          <p:nvPr/>
        </p:nvSpPr>
        <p:spPr>
          <a:xfrm>
            <a:off x="1066800" y="5638800"/>
            <a:ext cx="10363200" cy="673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how to connect your GitHub account to Vercel and deploy your first project?</a:t>
            </a:r>
          </a:p>
        </p:txBody>
      </p:sp>
    </p:spTree>
    <p:extLst>
      <p:ext uri="{BB962C8B-B14F-4D97-AF65-F5344CB8AC3E}">
        <p14:creationId xmlns:p14="http://schemas.microsoft.com/office/powerpoint/2010/main" val="2916532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5092-3C98-FE71-E347-6EBA91BF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next.js?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6C71-2BD8-C231-9F72-12CBADB3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Next.js</a:t>
            </a:r>
            <a:r>
              <a:rPr lang="en-US" dirty="0"/>
              <a:t> is a powerful full-stack </a:t>
            </a:r>
            <a:r>
              <a:rPr lang="en-US" b="1" dirty="0"/>
              <a:t>web development framework </a:t>
            </a:r>
            <a:r>
              <a:rPr lang="en-US" dirty="0"/>
              <a:t>built on top of </a:t>
            </a:r>
            <a:r>
              <a:rPr lang="en-US" b="1" dirty="0"/>
              <a:t>React</a:t>
            </a:r>
            <a:r>
              <a:rPr lang="en-US" dirty="0"/>
              <a:t> [1.2, 1.3]. While React is a library focused on building user interfaces, Next.js provides the extra structure and "production-ready" features needed to build complete, fast, and </a:t>
            </a:r>
            <a:r>
              <a:rPr lang="en-US" dirty="0">
                <a:highlight>
                  <a:srgbClr val="FFFF00"/>
                </a:highlight>
              </a:rPr>
              <a:t>SEO-friendly applications </a:t>
            </a:r>
            <a:r>
              <a:rPr lang="en-US" dirty="0"/>
              <a:t>[1.3, 3.1]. (</a:t>
            </a:r>
            <a:r>
              <a:rPr lang="en-US" dirty="0">
                <a:highlight>
                  <a:srgbClr val="FFFF00"/>
                </a:highlight>
              </a:rPr>
              <a:t>S</a:t>
            </a:r>
            <a:r>
              <a:rPr lang="en-US" dirty="0"/>
              <a:t>earch </a:t>
            </a:r>
            <a:r>
              <a:rPr lang="en-US" dirty="0">
                <a:highlight>
                  <a:srgbClr val="FFFF00"/>
                </a:highlight>
              </a:rPr>
              <a:t>E</a:t>
            </a:r>
            <a:r>
              <a:rPr lang="en-US" dirty="0"/>
              <a:t>ngine </a:t>
            </a:r>
            <a:r>
              <a:rPr lang="en-US" dirty="0">
                <a:highlight>
                  <a:srgbClr val="FFFF00"/>
                </a:highlight>
              </a:rPr>
              <a:t>O</a:t>
            </a:r>
            <a:r>
              <a:rPr lang="en-US" dirty="0"/>
              <a:t>ptimization)</a:t>
            </a:r>
          </a:p>
          <a:p>
            <a:pPr marL="0" indent="0">
              <a:buNone/>
            </a:pPr>
            <a:r>
              <a:rPr lang="en-US" dirty="0"/>
              <a:t>Created and maintained by </a:t>
            </a:r>
            <a:r>
              <a:rPr lang="en-US" b="1" dirty="0" err="1"/>
              <a:t>Vercel</a:t>
            </a:r>
            <a:r>
              <a:rPr lang="en-US" dirty="0"/>
              <a:t>, it is widely considered the industry standard for modern React development [1.2, 1.3].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Why do developers use Next.js instead of just React?</a:t>
            </a:r>
          </a:p>
          <a:p>
            <a:pPr marL="0" indent="0">
              <a:buNone/>
            </a:pPr>
            <a:r>
              <a:rPr lang="en-US" dirty="0"/>
              <a:t>In a standard React app, the browser receives a nearly empty HTML file and has to build the page using JavaScript (Client-Side Rendering). This can lead to slow initial loads and poor SEO [3.4, 3.5]. Next.js solves this by offering </a:t>
            </a:r>
            <a:r>
              <a:rPr lang="en-US" b="1" dirty="0"/>
              <a:t>Pre-rendering</a:t>
            </a:r>
            <a:r>
              <a:rPr lang="en-US" dirty="0"/>
              <a:t> [2.1]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51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C845-D2AD-F886-DAF2-BC08BE0E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 &amp;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59669-6E6B-F98E-316E-26DFE5342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Hybrid Rendering:</a:t>
            </a:r>
            <a:r>
              <a:rPr lang="en-US" dirty="0"/>
              <a:t> You can choose how each individual page is rendered</a:t>
            </a:r>
          </a:p>
          <a:p>
            <a:pPr lvl="1"/>
            <a:r>
              <a:rPr lang="en-US" b="1" dirty="0"/>
              <a:t>Static Site Generation (SSG)</a:t>
            </a:r>
            <a:r>
              <a:rPr lang="en-US" dirty="0"/>
              <a:t>: Generates pages at "build time." These are lightning-fast because they are served as static files from a global CDN [4.1, 4.3].</a:t>
            </a:r>
          </a:p>
          <a:p>
            <a:pPr lvl="1"/>
            <a:r>
              <a:rPr lang="en-US" b="1" dirty="0"/>
              <a:t>Server-Side Rendering (SSR)</a:t>
            </a:r>
            <a:r>
              <a:rPr lang="en-US" dirty="0"/>
              <a:t>: Generates a fresh page on every request. This is ideal for personalized data or real-time content (like a user dashboard) [4.3, 4.5].</a:t>
            </a:r>
          </a:p>
          <a:p>
            <a:pPr lvl="1"/>
            <a:r>
              <a:rPr lang="en-US" b="1" dirty="0"/>
              <a:t>Incremental Static Regeneration (ISR)</a:t>
            </a:r>
            <a:r>
              <a:rPr lang="en-US" dirty="0"/>
              <a:t>: Allows you to update static pages after you’ve built your site, without needing a full rebuild [4.1, 4.4]. </a:t>
            </a:r>
          </a:p>
          <a:p>
            <a:r>
              <a:rPr lang="en-US" b="1" dirty="0"/>
              <a:t>File-based Routing:</a:t>
            </a:r>
            <a:r>
              <a:rPr lang="en-US" dirty="0"/>
              <a:t> You don't need to write complex code to manage URLs. Simply adding a file to the app or pages folder automatically creates a new route (e.g., about.js becomes yourdomain.com/about) </a:t>
            </a:r>
          </a:p>
          <a:p>
            <a:r>
              <a:rPr lang="en-US" b="1" dirty="0"/>
              <a:t>Automatic Optimizations:</a:t>
            </a:r>
            <a:r>
              <a:rPr lang="en-US" dirty="0"/>
              <a:t> It includes built-in tools for </a:t>
            </a:r>
            <a:r>
              <a:rPr lang="en-US" b="1" dirty="0"/>
              <a:t>Image Optimization</a:t>
            </a:r>
            <a:r>
              <a:rPr lang="en-US" dirty="0"/>
              <a:t> (resizing and lazy loading), </a:t>
            </a:r>
            <a:r>
              <a:rPr lang="en-US" b="1" dirty="0"/>
              <a:t>Font Optimization</a:t>
            </a:r>
            <a:r>
              <a:rPr lang="en-US" dirty="0"/>
              <a:t>, and </a:t>
            </a:r>
            <a:r>
              <a:rPr lang="en-US" b="1" dirty="0"/>
              <a:t>Fast Refresh</a:t>
            </a:r>
            <a:r>
              <a:rPr lang="en-US" dirty="0"/>
              <a:t> for a smooth development experience</a:t>
            </a:r>
          </a:p>
          <a:p>
            <a:r>
              <a:rPr lang="en-US" b="1" dirty="0"/>
              <a:t>Full-Stack Capabilities:</a:t>
            </a:r>
            <a:r>
              <a:rPr lang="en-US" dirty="0"/>
              <a:t> You can write both your frontend and backend (API routes) in the same project, making it a "one-stop shop" for web apps</a:t>
            </a:r>
          </a:p>
        </p:txBody>
      </p:sp>
    </p:spTree>
    <p:extLst>
      <p:ext uri="{BB962C8B-B14F-4D97-AF65-F5344CB8AC3E}">
        <p14:creationId xmlns:p14="http://schemas.microsoft.com/office/powerpoint/2010/main" val="1213035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28670-EBC3-2B85-D18B-7D15BB86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8B3BE3-79C4-E3DD-3500-79882AE8C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6421469"/>
              </p:ext>
            </p:extLst>
          </p:nvPr>
        </p:nvGraphicFramePr>
        <p:xfrm>
          <a:off x="838200" y="1386546"/>
          <a:ext cx="10515600" cy="28346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954960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071523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512734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Standard React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Next.js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801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JavaScript Library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Full-Stack Framework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212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Rendering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Client-side only (by default)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SSR, SSG, ISR, and CSR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97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SEO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Harder to optimize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Excellent out-of-the-box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726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Routing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Requires extra libraries (React Router)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Built-in (file-based)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87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Performance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Depends on client device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(server-side power)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9860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75305BF-EE84-C0D8-ECC0-4DCA92357BD9}"/>
              </a:ext>
            </a:extLst>
          </p:cNvPr>
          <p:cNvSpPr/>
          <p:nvPr/>
        </p:nvSpPr>
        <p:spPr>
          <a:xfrm>
            <a:off x="957943" y="4221186"/>
            <a:ext cx="9448800" cy="2271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Next.js is the preferred choice for E-commerce sites, Marketing pages, and Blogs where speed and Google rankings (SEO) are critical [1.3, 1.4]. It is also great for large-scale enterprise applications that need to stay organized as they grow</a:t>
            </a:r>
          </a:p>
          <a:p>
            <a:r>
              <a:rPr lang="en-US" dirty="0"/>
              <a:t>Check out this 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introductory guide to Next.js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a quick visual summary of these core benefits. This video is relevant as it provides a concise, beginner-friendly overview of how Next.js enhances React by adding server-side power and zero-config routing</a:t>
            </a:r>
          </a:p>
        </p:txBody>
      </p:sp>
    </p:spTree>
    <p:extLst>
      <p:ext uri="{BB962C8B-B14F-4D97-AF65-F5344CB8AC3E}">
        <p14:creationId xmlns:p14="http://schemas.microsoft.com/office/powerpoint/2010/main" val="479891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6F08-FEA1-20E5-4023-64A52C26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Supabase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30DF1-4C60-FB96-0159-44A92E33F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powerful "Backend-as-a-Service" (BaaS) platform that allows you to build and host the </a:t>
            </a:r>
            <a:r>
              <a:rPr lang="en-US" dirty="0">
                <a:highlight>
                  <a:srgbClr val="FFFF00"/>
                </a:highlight>
              </a:rPr>
              <a:t>back end of your web or mobile applications </a:t>
            </a:r>
            <a:r>
              <a:rPr lang="en-US" dirty="0"/>
              <a:t>without having to manage servers yourself.</a:t>
            </a:r>
          </a:p>
          <a:p>
            <a:pPr marL="0" indent="0">
              <a:buNone/>
            </a:pPr>
            <a:r>
              <a:rPr lang="en-US" dirty="0"/>
              <a:t>It is widely known as the </a:t>
            </a:r>
            <a:r>
              <a:rPr lang="en-US" b="1" dirty="0"/>
              <a:t>open-source alternative to </a:t>
            </a:r>
            <a:r>
              <a:rPr lang="en-US" b="1" dirty="0">
                <a:solidFill>
                  <a:srgbClr val="FF0000"/>
                </a:solidFill>
              </a:rPr>
              <a:t>Firebase</a:t>
            </a:r>
            <a:r>
              <a:rPr lang="en-US" dirty="0"/>
              <a:t>. While Firebase uses a NoSQL (document-style) database, Supabase is built on </a:t>
            </a:r>
            <a:r>
              <a:rPr lang="en-US" b="1" dirty="0"/>
              <a:t>PostgreSQL</a:t>
            </a:r>
            <a:r>
              <a:rPr lang="en-US" dirty="0"/>
              <a:t>, a robust and popular relational database that uses SQL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285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00A2-0FCC-F1BD-E881-2E8383F4A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E0407-84C3-95AF-F5F8-E73FF8456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Supabase</a:t>
            </a:r>
            <a:r>
              <a:rPr lang="en-US" dirty="0"/>
              <a:t> provides a "full-stack" toolkit that gives you everything you need for a modern app out of the box:</a:t>
            </a:r>
          </a:p>
          <a:p>
            <a:r>
              <a:rPr lang="en-US" b="1" dirty="0"/>
              <a:t>Database (PostgreSQL)</a:t>
            </a:r>
            <a:r>
              <a:rPr lang="en-US" dirty="0"/>
              <a:t>: A full relational database where your data lives. You can write complex queries, use joins, and define relationships between tables [1.3, 2.3].</a:t>
            </a:r>
          </a:p>
          <a:p>
            <a:r>
              <a:rPr lang="en-US" b="1" dirty="0"/>
              <a:t>Authentication</a:t>
            </a:r>
            <a:r>
              <a:rPr lang="en-US" dirty="0"/>
              <a:t>: A built-in user management system. It supports email/password logins, magic links, and social logins (Google, GitHub, Facebook, etc.) [1.3, 2.2].</a:t>
            </a:r>
          </a:p>
          <a:p>
            <a:r>
              <a:rPr lang="en-US" b="1" dirty="0"/>
              <a:t>Realtime</a:t>
            </a:r>
            <a:r>
              <a:rPr lang="en-US" dirty="0"/>
              <a:t>: This allows you to "listen" to changes in your database. If someone updates a row, your app can automatically show the new data without the user refreshing the page [1.3, 1.5].</a:t>
            </a:r>
          </a:p>
          <a:p>
            <a:r>
              <a:rPr lang="en-US" b="1" dirty="0"/>
              <a:t>Storage</a:t>
            </a:r>
            <a:r>
              <a:rPr lang="en-US" dirty="0"/>
              <a:t>: A place to store large files like images, videos, and PDFs in "buckets" [1.3, 1.4].Edge Functions: Small pieces of code (written in TypeScript/Deno) that run close to your users for tasks like processing payments or sending emails [1.4, 2.3]</a:t>
            </a:r>
          </a:p>
        </p:txBody>
      </p:sp>
    </p:spTree>
    <p:extLst>
      <p:ext uri="{BB962C8B-B14F-4D97-AF65-F5344CB8AC3E}">
        <p14:creationId xmlns:p14="http://schemas.microsoft.com/office/powerpoint/2010/main" val="357704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D948-8A24-BA1A-FBE3-11D84662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Supabase vs. Firebase: Which to choose?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23080A-D18A-3786-286D-C3A8F56AD1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035334"/>
          <a:ext cx="10515600" cy="39319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498567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511963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95421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Supabase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Firebase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841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Database Type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Relational (SQL)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- Best for complex data [2.2]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NoSQL (JSON)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- Best for unstructured data [2.2]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07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Open Source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- You can host it yourself if you want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- Proprietary to Google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97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Integrity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(Schemas and foreign keys) [1.3]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Flexible (Schemaless)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006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Realtime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Great for database changes [1.3]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Exceptional (Battle-tested for high scale) [2.4]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858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Cost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Predictable tiered pricing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Usage-based (can "surprise" you) [2.3]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812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067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7C47F-DCB8-327F-C65A-A2B13F379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55104-6CA2-EF29-9898-24EEA48B2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If you are building an app with </a:t>
            </a:r>
            <a:r>
              <a:rPr lang="en-US" sz="2000" b="1" dirty="0"/>
              <a:t>Claude Code</a:t>
            </a:r>
            <a:r>
              <a:rPr lang="en-US" sz="2000" dirty="0"/>
              <a:t> or </a:t>
            </a:r>
            <a:r>
              <a:rPr lang="en-US" sz="2000" b="1" dirty="0"/>
              <a:t>Next.js</a:t>
            </a:r>
            <a:r>
              <a:rPr lang="en-US" sz="2000" dirty="0"/>
              <a:t>, Supabase is often the favorite choice because:</a:t>
            </a:r>
          </a:p>
          <a:p>
            <a:pPr marL="0" indent="0">
              <a:buNone/>
            </a:pPr>
            <a:r>
              <a:rPr lang="en-US" sz="2000" b="1" dirty="0"/>
              <a:t>Speed</a:t>
            </a:r>
            <a:r>
              <a:rPr lang="en-US" sz="2000" dirty="0"/>
              <a:t>: You can have a fully functional database and auth system running in minutes [1.4].</a:t>
            </a:r>
          </a:p>
          <a:p>
            <a:pPr marL="0" indent="0">
              <a:buNone/>
            </a:pPr>
            <a:r>
              <a:rPr lang="en-US" sz="2000" b="1" dirty="0"/>
              <a:t>SQL Power</a:t>
            </a:r>
            <a:r>
              <a:rPr lang="en-US" sz="2000" dirty="0"/>
              <a:t>: You have the full power of PostgreSQL, which means you can do deep data analysis and reporting easily [1.5].</a:t>
            </a:r>
          </a:p>
          <a:p>
            <a:pPr marL="0" indent="0">
              <a:buNone/>
            </a:pPr>
            <a:r>
              <a:rPr lang="en-US" sz="2000" b="1" dirty="0"/>
              <a:t>Predictable Billing</a:t>
            </a:r>
            <a:r>
              <a:rPr lang="en-US" sz="2000" dirty="0"/>
              <a:t>: Their "Pro" plan starts at $25/month, making it easier to budget than "pay-per-request" models [3.1, 3.5].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C2C864-EC30-BBBB-33CF-F8229E84921C}"/>
              </a:ext>
            </a:extLst>
          </p:cNvPr>
          <p:cNvSpPr/>
          <p:nvPr/>
        </p:nvSpPr>
        <p:spPr>
          <a:xfrm>
            <a:off x="1121229" y="4659086"/>
            <a:ext cx="10232571" cy="18337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Would you like me to show you how to set up your first Supabase project and get your API keys for Claude Code?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Supabase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Game Changer Database Explained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This video is relevant because it explains the core shift from traditional databases to Supabase and why it's becoming the top choice for modern web and mobile developers.</a:t>
            </a:r>
          </a:p>
        </p:txBody>
      </p:sp>
    </p:spTree>
    <p:extLst>
      <p:ext uri="{BB962C8B-B14F-4D97-AF65-F5344CB8AC3E}">
        <p14:creationId xmlns:p14="http://schemas.microsoft.com/office/powerpoint/2010/main" val="1539024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D67F-FBF1-EFAA-C4BC-52BDB6999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typscript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118B1-25FE-74C3-2303-96E185EB4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TypeScript</a:t>
            </a:r>
            <a:r>
              <a:rPr lang="en-US" dirty="0"/>
              <a:t> is a programming language developed by Microsoft that acts as a </a:t>
            </a:r>
            <a:r>
              <a:rPr lang="en-US" b="1" dirty="0"/>
              <a:t>superset of JavaScript</a:t>
            </a:r>
            <a:r>
              <a:rPr lang="en-US" dirty="0"/>
              <a:t> [1.5, 2.2]. This means that any valid JavaScript code is also valid TypeScript code, but TypeScript adds a powerful "extra layer": </a:t>
            </a:r>
            <a:r>
              <a:rPr lang="en-US" b="1" dirty="0"/>
              <a:t>Static Type Definitions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While JavaScript is </a:t>
            </a:r>
            <a:r>
              <a:rPr lang="en-US" b="1" dirty="0"/>
              <a:t>dynamically typed</a:t>
            </a:r>
            <a:r>
              <a:rPr lang="en-US" dirty="0"/>
              <a:t> (a variable can change from a number to a string at any time), TypeScript is </a:t>
            </a:r>
            <a:r>
              <a:rPr lang="en-US" b="1" dirty="0"/>
              <a:t>statically typed</a:t>
            </a:r>
            <a:r>
              <a:rPr lang="en-US" dirty="0"/>
              <a:t>, meaning you explicitly define what "type" of data a variable or function can hold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007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6D5E-04D5-F9E0-35CB-8AF9D83D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TypeScript? (The Main Benefits)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711C3-3F5B-BCEF-F471-AE7796BBD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core goal of TypeScript is to </a:t>
            </a:r>
            <a:r>
              <a:rPr lang="en-US" dirty="0">
                <a:highlight>
                  <a:srgbClr val="FFFF00"/>
                </a:highlight>
              </a:rPr>
              <a:t>catch bugs</a:t>
            </a:r>
            <a:r>
              <a:rPr lang="en-US" dirty="0"/>
              <a:t> </a:t>
            </a:r>
            <a:r>
              <a:rPr lang="en-US" b="1" dirty="0"/>
              <a:t>during development</a:t>
            </a:r>
            <a:r>
              <a:rPr lang="en-US" dirty="0"/>
              <a:t> instead of when the user is running your app (runtime)</a:t>
            </a:r>
          </a:p>
          <a:p>
            <a:r>
              <a:rPr lang="en-US" b="1" dirty="0"/>
              <a:t>Error Detection</a:t>
            </a:r>
            <a:r>
              <a:rPr lang="en-US" dirty="0"/>
              <a:t>: It highlights mistakes in your code editor (like VS Code) immediately. For example, if you try to multiply a "word" by a "number," TypeScript will give you a red underline [1.1, 1.5, 2.3].</a:t>
            </a:r>
          </a:p>
          <a:p>
            <a:r>
              <a:rPr lang="en-US" b="1" dirty="0"/>
              <a:t>Better Tooling (IntelliSense)</a:t>
            </a:r>
            <a:r>
              <a:rPr lang="en-US" dirty="0"/>
              <a:t>: Because your editor knows exactly what data types you are using, it can provide highly accurate autocompletion and suggestions as you type [1.1, 1.4, 2.5].</a:t>
            </a:r>
          </a:p>
          <a:p>
            <a:r>
              <a:rPr lang="en-US" b="1" dirty="0"/>
              <a:t>Readability</a:t>
            </a:r>
            <a:r>
              <a:rPr lang="en-US" dirty="0"/>
              <a:t>: Types act as "self-documentation." When you look at a function, you can instantly see exactly what inputs it expects and what it will return [1.4, 1.5, 2.1].</a:t>
            </a:r>
          </a:p>
          <a:p>
            <a:r>
              <a:rPr lang="en-US" b="1" dirty="0"/>
              <a:t>Easier Refactoring</a:t>
            </a:r>
            <a:r>
              <a:rPr lang="en-US" dirty="0"/>
              <a:t>: You can rename variables or change code structures across thousands of files with confidence, because TypeScript will tell you exactly where your changes have caused issues elsewhere</a:t>
            </a:r>
          </a:p>
        </p:txBody>
      </p:sp>
    </p:spTree>
    <p:extLst>
      <p:ext uri="{BB962C8B-B14F-4D97-AF65-F5344CB8AC3E}">
        <p14:creationId xmlns:p14="http://schemas.microsoft.com/office/powerpoint/2010/main" val="3514173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D73B-34B7-B667-DD9E-639D5894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Works: The "</a:t>
            </a:r>
            <a:r>
              <a:rPr lang="en-US" dirty="0" err="1"/>
              <a:t>Transpilation</a:t>
            </a:r>
            <a:r>
              <a:rPr lang="en-US" dirty="0"/>
              <a:t>"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27D0A-544A-D941-C38E-59648DEAC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Computers and browsers cannot run TypeScript directly. Before your app goes live, the </a:t>
            </a:r>
            <a:r>
              <a:rPr lang="en-US" b="1" dirty="0"/>
              <a:t>TypeScript Compiler (</a:t>
            </a:r>
            <a:r>
              <a:rPr lang="en-US" b="1" dirty="0" err="1"/>
              <a:t>tsc</a:t>
            </a:r>
            <a:r>
              <a:rPr lang="en-US" b="1" dirty="0"/>
              <a:t>)</a:t>
            </a:r>
            <a:r>
              <a:rPr lang="en-US" dirty="0"/>
              <a:t> transforms your 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 err="1">
                <a:highlight>
                  <a:srgbClr val="FFFF00"/>
                </a:highlight>
              </a:rPr>
              <a:t>ts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files into plain 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 err="1">
                <a:highlight>
                  <a:srgbClr val="FFFF00"/>
                </a:highlight>
              </a:rPr>
              <a:t>js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files that any browser can understand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Should you use it for your current project?</a:t>
            </a:r>
          </a:p>
          <a:p>
            <a:pPr marL="0" indent="0">
              <a:buNone/>
            </a:pPr>
            <a:r>
              <a:rPr lang="en-US" dirty="0"/>
              <a:t>If you are building a project with Claude Code, </a:t>
            </a:r>
            <a:r>
              <a:rPr lang="en-US" dirty="0">
                <a:solidFill>
                  <a:srgbClr val="FF0000"/>
                </a:solidFill>
              </a:rPr>
              <a:t>Next.js</a:t>
            </a:r>
            <a:r>
              <a:rPr lang="en-US" dirty="0"/>
              <a:t>, or </a:t>
            </a:r>
            <a:r>
              <a:rPr lang="en-US" dirty="0">
                <a:solidFill>
                  <a:srgbClr val="FF0000"/>
                </a:solidFill>
              </a:rPr>
              <a:t>Supabase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</a:rPr>
              <a:t>using TypeScript is highly recommended </a:t>
            </a:r>
            <a:r>
              <a:rPr lang="en-US" dirty="0"/>
              <a:t>[3.1, 3.4].</a:t>
            </a:r>
          </a:p>
          <a:p>
            <a:r>
              <a:rPr lang="en-US" b="1" dirty="0"/>
              <a:t>Next.js </a:t>
            </a:r>
            <a:r>
              <a:rPr lang="en-US" dirty="0"/>
              <a:t>has first-class support for TypeScript and can even auto-generate types for your routes [3.1, 3.4].</a:t>
            </a:r>
          </a:p>
          <a:p>
            <a:r>
              <a:rPr lang="en-US" b="1" dirty="0"/>
              <a:t>Claude Code </a:t>
            </a:r>
            <a:r>
              <a:rPr lang="en-US" dirty="0"/>
              <a:t>is much better at debugging and refactoring code when it has the "type contracts" of TypeScript to follow.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569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2480</Words>
  <Application>Microsoft Office PowerPoint</Application>
  <PresentationFormat>Widescreen</PresentationFormat>
  <Paragraphs>148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Google Sans Text</vt:lpstr>
      <vt:lpstr>Aptos</vt:lpstr>
      <vt:lpstr>Aptos Display</vt:lpstr>
      <vt:lpstr>Arial</vt:lpstr>
      <vt:lpstr>Office Theme</vt:lpstr>
      <vt:lpstr>Claude Code with Opus 4.5</vt:lpstr>
      <vt:lpstr>PowerPoint Presentation</vt:lpstr>
      <vt:lpstr>PowerPoint Presentation</vt:lpstr>
      <vt:lpstr>How to run Claude Code in VS Code?</vt:lpstr>
      <vt:lpstr>Plan mode (Shift + tab)</vt:lpstr>
      <vt:lpstr>Front-end design skill</vt:lpstr>
      <vt:lpstr>Two commands for Claude Code Front-end skill</vt:lpstr>
      <vt:lpstr>Flowstate</vt:lpstr>
      <vt:lpstr>PowerPoint Presentation</vt:lpstr>
      <vt:lpstr>What is Vercel?</vt:lpstr>
      <vt:lpstr>PowerPoint Presentation</vt:lpstr>
      <vt:lpstr>Vercel vs. Competitors</vt:lpstr>
      <vt:lpstr>What is next.js?</vt:lpstr>
      <vt:lpstr>Core Features &amp; Benefits</vt:lpstr>
      <vt:lpstr>Comparison</vt:lpstr>
      <vt:lpstr>What is Supabase</vt:lpstr>
      <vt:lpstr>Core Components</vt:lpstr>
      <vt:lpstr>Supabase vs. Firebase: Which to choose?</vt:lpstr>
      <vt:lpstr>Why use it?</vt:lpstr>
      <vt:lpstr>What is typscript</vt:lpstr>
      <vt:lpstr>Why use TypeScript? (The Main Benefits)</vt:lpstr>
      <vt:lpstr>How It Works: The "Transpilation"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Paul</dc:creator>
  <cp:lastModifiedBy>Liu, Paul</cp:lastModifiedBy>
  <cp:revision>1</cp:revision>
  <dcterms:created xsi:type="dcterms:W3CDTF">2026-01-02T16:03:25Z</dcterms:created>
  <dcterms:modified xsi:type="dcterms:W3CDTF">2026-01-03T00:50:34Z</dcterms:modified>
</cp:coreProperties>
</file>