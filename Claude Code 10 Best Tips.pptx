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3C82E-E3C0-40D0-887C-E15FF76AB767}" v="45" dt="2026-01-05T02:36:17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ozhong Liu" userId="1a0da9163b2f1321" providerId="LiveId" clId="{9E039210-9A9B-4D2A-9E5F-3BB0F9D7A0FD}"/>
    <pc:docChg chg="undo custSel addSld modSld">
      <pc:chgData name="Baozhong Liu" userId="1a0da9163b2f1321" providerId="LiveId" clId="{9E039210-9A9B-4D2A-9E5F-3BB0F9D7A0FD}" dt="2026-01-05T02:48:47.692" v="254" actId="13926"/>
      <pc:docMkLst>
        <pc:docMk/>
      </pc:docMkLst>
      <pc:sldChg chg="modSp mod">
        <pc:chgData name="Baozhong Liu" userId="1a0da9163b2f1321" providerId="LiveId" clId="{9E039210-9A9B-4D2A-9E5F-3BB0F9D7A0FD}" dt="2026-01-05T01:54:44.116" v="28" actId="13926"/>
        <pc:sldMkLst>
          <pc:docMk/>
          <pc:sldMk cId="2649547063" sldId="258"/>
        </pc:sldMkLst>
        <pc:spChg chg="mod">
          <ac:chgData name="Baozhong Liu" userId="1a0da9163b2f1321" providerId="LiveId" clId="{9E039210-9A9B-4D2A-9E5F-3BB0F9D7A0FD}" dt="2026-01-05T01:51:54.303" v="25" actId="20577"/>
          <ac:spMkLst>
            <pc:docMk/>
            <pc:sldMk cId="2649547063" sldId="258"/>
            <ac:spMk id="2" creationId="{4C69249F-CA04-9FE9-284A-F5B97C87872D}"/>
          </ac:spMkLst>
        </pc:spChg>
        <pc:spChg chg="mod">
          <ac:chgData name="Baozhong Liu" userId="1a0da9163b2f1321" providerId="LiveId" clId="{9E039210-9A9B-4D2A-9E5F-3BB0F9D7A0FD}" dt="2026-01-05T01:54:44.116" v="28" actId="13926"/>
          <ac:spMkLst>
            <pc:docMk/>
            <pc:sldMk cId="2649547063" sldId="258"/>
            <ac:spMk id="3" creationId="{8A7D86D4-C229-F065-473C-59AD121BA64C}"/>
          </ac:spMkLst>
        </pc:spChg>
      </pc:sldChg>
      <pc:sldChg chg="modSp new mod">
        <pc:chgData name="Baozhong Liu" userId="1a0da9163b2f1321" providerId="LiveId" clId="{9E039210-9A9B-4D2A-9E5F-3BB0F9D7A0FD}" dt="2026-01-05T02:10:06.110" v="116" actId="20577"/>
        <pc:sldMkLst>
          <pc:docMk/>
          <pc:sldMk cId="4286762118" sldId="259"/>
        </pc:sldMkLst>
        <pc:spChg chg="mod">
          <ac:chgData name="Baozhong Liu" userId="1a0da9163b2f1321" providerId="LiveId" clId="{9E039210-9A9B-4D2A-9E5F-3BB0F9D7A0FD}" dt="2026-01-05T02:10:06.110" v="116" actId="20577"/>
          <ac:spMkLst>
            <pc:docMk/>
            <pc:sldMk cId="4286762118" sldId="259"/>
            <ac:spMk id="2" creationId="{A6BAC6D5-3562-ABA0-E903-4FD43CE7C3F2}"/>
          </ac:spMkLst>
        </pc:spChg>
        <pc:spChg chg="mod">
          <ac:chgData name="Baozhong Liu" userId="1a0da9163b2f1321" providerId="LiveId" clId="{9E039210-9A9B-4D2A-9E5F-3BB0F9D7A0FD}" dt="2026-01-05T01:55:36.265" v="37" actId="13926"/>
          <ac:spMkLst>
            <pc:docMk/>
            <pc:sldMk cId="4286762118" sldId="259"/>
            <ac:spMk id="3" creationId="{0970CDA5-AD97-1BA4-8CAB-C7A2BF5B91C7}"/>
          </ac:spMkLst>
        </pc:spChg>
      </pc:sldChg>
      <pc:sldChg chg="modSp new mod">
        <pc:chgData name="Baozhong Liu" userId="1a0da9163b2f1321" providerId="LiveId" clId="{9E039210-9A9B-4D2A-9E5F-3BB0F9D7A0FD}" dt="2026-01-05T02:11:20.526" v="161" actId="20577"/>
        <pc:sldMkLst>
          <pc:docMk/>
          <pc:sldMk cId="224985654" sldId="260"/>
        </pc:sldMkLst>
        <pc:spChg chg="mod">
          <ac:chgData name="Baozhong Liu" userId="1a0da9163b2f1321" providerId="LiveId" clId="{9E039210-9A9B-4D2A-9E5F-3BB0F9D7A0FD}" dt="2026-01-05T02:11:20.526" v="161" actId="20577"/>
          <ac:spMkLst>
            <pc:docMk/>
            <pc:sldMk cId="224985654" sldId="260"/>
            <ac:spMk id="2" creationId="{4B13E2D3-3453-88FE-DAD8-AF3F05675DFB}"/>
          </ac:spMkLst>
        </pc:spChg>
        <pc:spChg chg="mod">
          <ac:chgData name="Baozhong Liu" userId="1a0da9163b2f1321" providerId="LiveId" clId="{9E039210-9A9B-4D2A-9E5F-3BB0F9D7A0FD}" dt="2026-01-05T01:56:46.024" v="41" actId="13926"/>
          <ac:spMkLst>
            <pc:docMk/>
            <pc:sldMk cId="224985654" sldId="260"/>
            <ac:spMk id="3" creationId="{2896FD9C-4635-3A2D-AF75-4AE9C47767A9}"/>
          </ac:spMkLst>
        </pc:spChg>
      </pc:sldChg>
      <pc:sldChg chg="addSp modSp new mod">
        <pc:chgData name="Baozhong Liu" userId="1a0da9163b2f1321" providerId="LiveId" clId="{9E039210-9A9B-4D2A-9E5F-3BB0F9D7A0FD}" dt="2026-01-05T02:27:20.841" v="191" actId="20577"/>
        <pc:sldMkLst>
          <pc:docMk/>
          <pc:sldMk cId="662494513" sldId="261"/>
        </pc:sldMkLst>
        <pc:spChg chg="mod">
          <ac:chgData name="Baozhong Liu" userId="1a0da9163b2f1321" providerId="LiveId" clId="{9E039210-9A9B-4D2A-9E5F-3BB0F9D7A0FD}" dt="2026-01-05T01:57:17.402" v="43"/>
          <ac:spMkLst>
            <pc:docMk/>
            <pc:sldMk cId="662494513" sldId="261"/>
            <ac:spMk id="2" creationId="{BB11365D-3D00-B7FB-3D27-06F56B58CD8E}"/>
          </ac:spMkLst>
        </pc:spChg>
        <pc:spChg chg="mod">
          <ac:chgData name="Baozhong Liu" userId="1a0da9163b2f1321" providerId="LiveId" clId="{9E039210-9A9B-4D2A-9E5F-3BB0F9D7A0FD}" dt="2026-01-05T01:58:07.005" v="46" actId="13926"/>
          <ac:spMkLst>
            <pc:docMk/>
            <pc:sldMk cId="662494513" sldId="261"/>
            <ac:spMk id="3" creationId="{75A32FE1-10E6-CAF4-E909-8EB95BA4725F}"/>
          </ac:spMkLst>
        </pc:spChg>
        <pc:spChg chg="add mod">
          <ac:chgData name="Baozhong Liu" userId="1a0da9163b2f1321" providerId="LiveId" clId="{9E039210-9A9B-4D2A-9E5F-3BB0F9D7A0FD}" dt="2026-01-05T02:27:20.841" v="191" actId="20577"/>
          <ac:spMkLst>
            <pc:docMk/>
            <pc:sldMk cId="662494513" sldId="261"/>
            <ac:spMk id="4" creationId="{83C3490E-CE34-374A-8D0D-35228EB7637F}"/>
          </ac:spMkLst>
        </pc:spChg>
        <pc:spChg chg="add">
          <ac:chgData name="Baozhong Liu" userId="1a0da9163b2f1321" providerId="LiveId" clId="{9E039210-9A9B-4D2A-9E5F-3BB0F9D7A0FD}" dt="2026-01-05T02:27:08.419" v="187"/>
          <ac:spMkLst>
            <pc:docMk/>
            <pc:sldMk cId="662494513" sldId="261"/>
            <ac:spMk id="5" creationId="{C6849D83-69D9-8102-D6CC-ECEA07B7171E}"/>
          </ac:spMkLst>
        </pc:spChg>
      </pc:sldChg>
      <pc:sldChg chg="modSp new mod">
        <pc:chgData name="Baozhong Liu" userId="1a0da9163b2f1321" providerId="LiveId" clId="{9E039210-9A9B-4D2A-9E5F-3BB0F9D7A0FD}" dt="2026-01-05T01:58:51.624" v="54" actId="207"/>
        <pc:sldMkLst>
          <pc:docMk/>
          <pc:sldMk cId="2225122239" sldId="262"/>
        </pc:sldMkLst>
        <pc:spChg chg="mod">
          <ac:chgData name="Baozhong Liu" userId="1a0da9163b2f1321" providerId="LiveId" clId="{9E039210-9A9B-4D2A-9E5F-3BB0F9D7A0FD}" dt="2026-01-05T01:58:27.510" v="51" actId="20577"/>
          <ac:spMkLst>
            <pc:docMk/>
            <pc:sldMk cId="2225122239" sldId="262"/>
            <ac:spMk id="2" creationId="{26CDAB40-C2CB-D488-A4F3-91861124A854}"/>
          </ac:spMkLst>
        </pc:spChg>
        <pc:spChg chg="mod">
          <ac:chgData name="Baozhong Liu" userId="1a0da9163b2f1321" providerId="LiveId" clId="{9E039210-9A9B-4D2A-9E5F-3BB0F9D7A0FD}" dt="2026-01-05T01:58:51.624" v="54" actId="207"/>
          <ac:spMkLst>
            <pc:docMk/>
            <pc:sldMk cId="2225122239" sldId="262"/>
            <ac:spMk id="3" creationId="{188E1A49-8C53-53B1-ED77-179C21A5F36B}"/>
          </ac:spMkLst>
        </pc:spChg>
      </pc:sldChg>
      <pc:sldChg chg="modSp new mod">
        <pc:chgData name="Baozhong Liu" userId="1a0da9163b2f1321" providerId="LiveId" clId="{9E039210-9A9B-4D2A-9E5F-3BB0F9D7A0FD}" dt="2026-01-05T01:59:38.734" v="58" actId="13926"/>
        <pc:sldMkLst>
          <pc:docMk/>
          <pc:sldMk cId="1083530592" sldId="263"/>
        </pc:sldMkLst>
        <pc:spChg chg="mod">
          <ac:chgData name="Baozhong Liu" userId="1a0da9163b2f1321" providerId="LiveId" clId="{9E039210-9A9B-4D2A-9E5F-3BB0F9D7A0FD}" dt="2026-01-05T01:59:13.836" v="56"/>
          <ac:spMkLst>
            <pc:docMk/>
            <pc:sldMk cId="1083530592" sldId="263"/>
            <ac:spMk id="2" creationId="{0497ED2D-BF4F-262B-270B-CEC584A6B221}"/>
          </ac:spMkLst>
        </pc:spChg>
        <pc:spChg chg="mod">
          <ac:chgData name="Baozhong Liu" userId="1a0da9163b2f1321" providerId="LiveId" clId="{9E039210-9A9B-4D2A-9E5F-3BB0F9D7A0FD}" dt="2026-01-05T01:59:38.734" v="58" actId="13926"/>
          <ac:spMkLst>
            <pc:docMk/>
            <pc:sldMk cId="1083530592" sldId="263"/>
            <ac:spMk id="3" creationId="{AB972319-4F3B-AD4B-BAF4-8DC8D6ABCADE}"/>
          </ac:spMkLst>
        </pc:spChg>
      </pc:sldChg>
      <pc:sldChg chg="modSp new mod">
        <pc:chgData name="Baozhong Liu" userId="1a0da9163b2f1321" providerId="LiveId" clId="{9E039210-9A9B-4D2A-9E5F-3BB0F9D7A0FD}" dt="2026-01-05T02:00:31.933" v="64" actId="207"/>
        <pc:sldMkLst>
          <pc:docMk/>
          <pc:sldMk cId="3934104521" sldId="264"/>
        </pc:sldMkLst>
        <pc:spChg chg="mod">
          <ac:chgData name="Baozhong Liu" userId="1a0da9163b2f1321" providerId="LiveId" clId="{9E039210-9A9B-4D2A-9E5F-3BB0F9D7A0FD}" dt="2026-01-05T01:59:56.423" v="60"/>
          <ac:spMkLst>
            <pc:docMk/>
            <pc:sldMk cId="3934104521" sldId="264"/>
            <ac:spMk id="2" creationId="{335D99FC-7B76-2E9B-C280-C424267A66F9}"/>
          </ac:spMkLst>
        </pc:spChg>
        <pc:spChg chg="mod">
          <ac:chgData name="Baozhong Liu" userId="1a0da9163b2f1321" providerId="LiveId" clId="{9E039210-9A9B-4D2A-9E5F-3BB0F9D7A0FD}" dt="2026-01-05T02:00:31.933" v="64" actId="207"/>
          <ac:spMkLst>
            <pc:docMk/>
            <pc:sldMk cId="3934104521" sldId="264"/>
            <ac:spMk id="3" creationId="{D39B8E59-E640-3E02-0560-C03AE7A1C0DB}"/>
          </ac:spMkLst>
        </pc:spChg>
      </pc:sldChg>
      <pc:sldChg chg="modSp new mod">
        <pc:chgData name="Baozhong Liu" userId="1a0da9163b2f1321" providerId="LiveId" clId="{9E039210-9A9B-4D2A-9E5F-3BB0F9D7A0FD}" dt="2026-01-05T02:01:01.846" v="68" actId="13926"/>
        <pc:sldMkLst>
          <pc:docMk/>
          <pc:sldMk cId="1488157770" sldId="265"/>
        </pc:sldMkLst>
        <pc:spChg chg="mod">
          <ac:chgData name="Baozhong Liu" userId="1a0da9163b2f1321" providerId="LiveId" clId="{9E039210-9A9B-4D2A-9E5F-3BB0F9D7A0FD}" dt="2026-01-05T02:00:42.927" v="66"/>
          <ac:spMkLst>
            <pc:docMk/>
            <pc:sldMk cId="1488157770" sldId="265"/>
            <ac:spMk id="2" creationId="{12F0E6B4-DE6A-FBA4-A29B-BA0919508875}"/>
          </ac:spMkLst>
        </pc:spChg>
        <pc:spChg chg="mod">
          <ac:chgData name="Baozhong Liu" userId="1a0da9163b2f1321" providerId="LiveId" clId="{9E039210-9A9B-4D2A-9E5F-3BB0F9D7A0FD}" dt="2026-01-05T02:01:01.846" v="68" actId="13926"/>
          <ac:spMkLst>
            <pc:docMk/>
            <pc:sldMk cId="1488157770" sldId="265"/>
            <ac:spMk id="3" creationId="{2B69B6AD-DC51-0C9D-1629-16819BA95D2E}"/>
          </ac:spMkLst>
        </pc:spChg>
      </pc:sldChg>
      <pc:sldChg chg="modSp new mod">
        <pc:chgData name="Baozhong Liu" userId="1a0da9163b2f1321" providerId="LiveId" clId="{9E039210-9A9B-4D2A-9E5F-3BB0F9D7A0FD}" dt="2026-01-05T02:01:51.790" v="73" actId="207"/>
        <pc:sldMkLst>
          <pc:docMk/>
          <pc:sldMk cId="3271922276" sldId="266"/>
        </pc:sldMkLst>
        <pc:spChg chg="mod">
          <ac:chgData name="Baozhong Liu" userId="1a0da9163b2f1321" providerId="LiveId" clId="{9E039210-9A9B-4D2A-9E5F-3BB0F9D7A0FD}" dt="2026-01-05T02:01:19.157" v="70"/>
          <ac:spMkLst>
            <pc:docMk/>
            <pc:sldMk cId="3271922276" sldId="266"/>
            <ac:spMk id="2" creationId="{72D43347-CD19-7980-9D93-EB13405F59D9}"/>
          </ac:spMkLst>
        </pc:spChg>
        <pc:spChg chg="mod">
          <ac:chgData name="Baozhong Liu" userId="1a0da9163b2f1321" providerId="LiveId" clId="{9E039210-9A9B-4D2A-9E5F-3BB0F9D7A0FD}" dt="2026-01-05T02:01:51.790" v="73" actId="207"/>
          <ac:spMkLst>
            <pc:docMk/>
            <pc:sldMk cId="3271922276" sldId="266"/>
            <ac:spMk id="3" creationId="{6E755C74-33BA-05CB-CE30-4594A5E0C936}"/>
          </ac:spMkLst>
        </pc:spChg>
      </pc:sldChg>
      <pc:sldChg chg="modSp new mod">
        <pc:chgData name="Baozhong Liu" userId="1a0da9163b2f1321" providerId="LiveId" clId="{9E039210-9A9B-4D2A-9E5F-3BB0F9D7A0FD}" dt="2026-01-05T02:02:41.181" v="77" actId="13926"/>
        <pc:sldMkLst>
          <pc:docMk/>
          <pc:sldMk cId="2870891069" sldId="267"/>
        </pc:sldMkLst>
        <pc:spChg chg="mod">
          <ac:chgData name="Baozhong Liu" userId="1a0da9163b2f1321" providerId="LiveId" clId="{9E039210-9A9B-4D2A-9E5F-3BB0F9D7A0FD}" dt="2026-01-05T02:02:08.490" v="75"/>
          <ac:spMkLst>
            <pc:docMk/>
            <pc:sldMk cId="2870891069" sldId="267"/>
            <ac:spMk id="2" creationId="{DD58CBE2-523A-989C-FF77-D2D3F539F0A9}"/>
          </ac:spMkLst>
        </pc:spChg>
        <pc:spChg chg="mod">
          <ac:chgData name="Baozhong Liu" userId="1a0da9163b2f1321" providerId="LiveId" clId="{9E039210-9A9B-4D2A-9E5F-3BB0F9D7A0FD}" dt="2026-01-05T02:02:41.181" v="77" actId="13926"/>
          <ac:spMkLst>
            <pc:docMk/>
            <pc:sldMk cId="2870891069" sldId="267"/>
            <ac:spMk id="3" creationId="{E75D6E33-E1C9-7437-6207-5E17E3D81B2B}"/>
          </ac:spMkLst>
        </pc:spChg>
      </pc:sldChg>
      <pc:sldChg chg="addSp modSp new mod">
        <pc:chgData name="Baozhong Liu" userId="1a0da9163b2f1321" providerId="LiveId" clId="{9E039210-9A9B-4D2A-9E5F-3BB0F9D7A0FD}" dt="2026-01-05T02:43:08.280" v="253" actId="13926"/>
        <pc:sldMkLst>
          <pc:docMk/>
          <pc:sldMk cId="4292756077" sldId="268"/>
        </pc:sldMkLst>
        <pc:spChg chg="mod">
          <ac:chgData name="Baozhong Liu" userId="1a0da9163b2f1321" providerId="LiveId" clId="{9E039210-9A9B-4D2A-9E5F-3BB0F9D7A0FD}" dt="2026-01-05T02:27:50.913" v="193"/>
          <ac:spMkLst>
            <pc:docMk/>
            <pc:sldMk cId="4292756077" sldId="268"/>
            <ac:spMk id="2" creationId="{2F758295-CA75-CEB3-E982-51DF1401078D}"/>
          </ac:spMkLst>
        </pc:spChg>
        <pc:spChg chg="mod">
          <ac:chgData name="Baozhong Liu" userId="1a0da9163b2f1321" providerId="LiveId" clId="{9E039210-9A9B-4D2A-9E5F-3BB0F9D7A0FD}" dt="2026-01-05T02:43:08.280" v="253" actId="13926"/>
          <ac:spMkLst>
            <pc:docMk/>
            <pc:sldMk cId="4292756077" sldId="268"/>
            <ac:spMk id="3" creationId="{AA9062B2-D38E-0DDF-9898-B9B336BA5497}"/>
          </ac:spMkLst>
        </pc:spChg>
        <pc:spChg chg="add">
          <ac:chgData name="Baozhong Liu" userId="1a0da9163b2f1321" providerId="LiveId" clId="{9E039210-9A9B-4D2A-9E5F-3BB0F9D7A0FD}" dt="2026-01-05T02:31:06.532" v="203"/>
          <ac:spMkLst>
            <pc:docMk/>
            <pc:sldMk cId="4292756077" sldId="268"/>
            <ac:spMk id="4" creationId="{BEEA60FB-C2C2-5D1D-809A-113E336A51F8}"/>
          </ac:spMkLst>
        </pc:spChg>
      </pc:sldChg>
      <pc:sldChg chg="delSp modSp new mod">
        <pc:chgData name="Baozhong Liu" userId="1a0da9163b2f1321" providerId="LiveId" clId="{9E039210-9A9B-4D2A-9E5F-3BB0F9D7A0FD}" dt="2026-01-05T02:48:47.692" v="254" actId="13926"/>
        <pc:sldMkLst>
          <pc:docMk/>
          <pc:sldMk cId="411695371" sldId="269"/>
        </pc:sldMkLst>
        <pc:spChg chg="del">
          <ac:chgData name="Baozhong Liu" userId="1a0da9163b2f1321" providerId="LiveId" clId="{9E039210-9A9B-4D2A-9E5F-3BB0F9D7A0FD}" dt="2026-01-05T02:34:13.757" v="223" actId="478"/>
          <ac:spMkLst>
            <pc:docMk/>
            <pc:sldMk cId="411695371" sldId="269"/>
            <ac:spMk id="2" creationId="{FFCE4278-C7A0-3DBB-B854-3BB78A6A3B2B}"/>
          </ac:spMkLst>
        </pc:spChg>
        <pc:spChg chg="mod">
          <ac:chgData name="Baozhong Liu" userId="1a0da9163b2f1321" providerId="LiveId" clId="{9E039210-9A9B-4D2A-9E5F-3BB0F9D7A0FD}" dt="2026-01-05T02:48:47.692" v="254" actId="13926"/>
          <ac:spMkLst>
            <pc:docMk/>
            <pc:sldMk cId="411695371" sldId="269"/>
            <ac:spMk id="3" creationId="{08D2BC55-2698-D219-83BE-DFFFBF5F6B8F}"/>
          </ac:spMkLst>
        </pc:spChg>
      </pc:sldChg>
      <pc:sldChg chg="modSp new mod">
        <pc:chgData name="Baozhong Liu" userId="1a0da9163b2f1321" providerId="LiveId" clId="{9E039210-9A9B-4D2A-9E5F-3BB0F9D7A0FD}" dt="2026-01-05T02:36:17.825" v="249"/>
        <pc:sldMkLst>
          <pc:docMk/>
          <pc:sldMk cId="3899643942" sldId="270"/>
        </pc:sldMkLst>
        <pc:spChg chg="mod">
          <ac:chgData name="Baozhong Liu" userId="1a0da9163b2f1321" providerId="LiveId" clId="{9E039210-9A9B-4D2A-9E5F-3BB0F9D7A0FD}" dt="2026-01-05T02:35:37.674" v="238"/>
          <ac:spMkLst>
            <pc:docMk/>
            <pc:sldMk cId="3899643942" sldId="270"/>
            <ac:spMk id="2" creationId="{F9F8EA6C-00A0-2D0C-01DE-AB2AEA9A800F}"/>
          </ac:spMkLst>
        </pc:spChg>
        <pc:spChg chg="mod">
          <ac:chgData name="Baozhong Liu" userId="1a0da9163b2f1321" providerId="LiveId" clId="{9E039210-9A9B-4D2A-9E5F-3BB0F9D7A0FD}" dt="2026-01-05T02:36:17.825" v="249"/>
          <ac:spMkLst>
            <pc:docMk/>
            <pc:sldMk cId="3899643942" sldId="270"/>
            <ac:spMk id="3" creationId="{AB97F169-1447-A23B-FB84-F38FDD58AF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A85B-DB32-07C4-FA1C-E51C6093F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695DC-F5B4-5F6B-B687-0D52A9312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E191A-99E9-7E1D-CE31-B8F5DC6D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CC3F-226B-B19D-690B-0871E79D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F02D3-67BC-5163-F96C-6940D2EA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6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B87A-6C4B-1D15-F03E-2D323001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291D-99B1-6C6B-1B4A-4A59CB55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8CD2F-E9E0-805B-FA68-D65E58DE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C9943-C243-3ADC-C6A1-91195DF1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FF31A-01EF-A2B5-B6DE-07F69674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C824-3787-DFB4-9FB7-A2DFE6D7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52570-A69B-C864-4430-4F60763F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04A57-9CAF-1917-E76C-8CA0618C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A760-8FF4-4D40-A017-B443053E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0E591-16D5-886B-0613-F383E4A0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2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53D8-D557-8996-CD46-357DD7C1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8FE1-51EF-61F4-C7D5-457D394C6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1D0DB-834E-17E7-8712-56338196B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C018C-0015-6201-E64A-73168848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C5726-5146-92B1-2334-442BB942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CA74E-99BE-6D14-F4A9-3E84286E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8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4C7D-2A45-45CC-4856-6B79DE3C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AAE88-F14E-3353-F9FA-ABA150A20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84188-0F2A-BF73-EED1-4CE0A6034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49AE4-E206-BDDA-6EB8-1B4FA6FD3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46BA2-4C35-3160-FB66-B4B7640C8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88F30-4E12-94EE-4D8F-942F5B6A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84BD6-D1FD-CFBE-67BA-892AEF98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6560D-0EFE-C38D-4152-3D4AC37B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1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5E38-4B78-C241-4188-A7AFEDB4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84225-B594-202A-AB50-885EB887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53F85-0B09-AC8D-7418-D4DBE8903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54024-A0B8-D569-03CC-535EFAB2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1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314F3-8ACC-212D-8F0B-D87FBD61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B8F9D-BE60-7DAC-25D2-74CB65CB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0D36E-D538-0CC3-B28F-ADB8C715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6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3FD3-6746-BAAB-1211-46928C89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6B3D-BF56-BD47-E848-F531F3B3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8C773-7151-DDA8-15A8-51237D682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E237B-F9AF-2291-2855-7C13D767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3BF62-2BB8-B04E-0E2C-F8B2D11A5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613F8-495D-712A-6C59-933DAB8E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9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FEA6-FF20-1C55-EB90-BB3C53E0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1B9C5-43F8-7A1B-4375-CDE348531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CDF14-B73C-C73D-8DC8-66792C425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A5127-F744-43A3-A529-BE7397FC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1E5EE-2205-E0EB-AE1A-6833BE2E6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D3E00-3D58-9B36-30A8-5673396C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4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756A-52F6-D42F-7906-0E43A2AB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6FB7F-D9E1-95EE-B862-876567E16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8DEBB-B825-0A07-BE43-830DDEED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D300F-E770-AED8-9491-E666047E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1448C-2FBE-FA29-B08F-A8D7C3CC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9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8A807-FA6E-A3E7-FAAA-2B350D2AF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17A32-3D6F-BFAB-F079-A6E416328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72D5-4AEF-64BA-42D6-59A909DF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A1CC8-8F14-5114-0B0E-8C01DD03F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E64A4-24F7-51FD-2BCE-FF23578C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EB154-AE01-45D1-5334-026C1404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AE88A-F2AA-E91D-26EA-4DF942D6D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A3C6-5048-FF10-A5A6-7F252A239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FC3B9-55C2-408B-A304-D7E25664968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5A1E-A331-51EC-4473-5A99D9838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9B0AA-471D-1692-48D6-2052CE024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95A3A-5B50-42F3-99AB-074BA9EF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WuKgc3-_-s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B94-5501-969E-D471-C19C37D44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Code 10 Best Tips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6D553-0FB8-B70F-487F-F11C8B6CB5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Finn</a:t>
            </a:r>
          </a:p>
        </p:txBody>
      </p:sp>
    </p:spTree>
    <p:extLst>
      <p:ext uri="{BB962C8B-B14F-4D97-AF65-F5344CB8AC3E}">
        <p14:creationId xmlns:p14="http://schemas.microsoft.com/office/powerpoint/2010/main" val="16329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You're prompting Claude Code wrong. Here's how to do it correctly...">
            <a:hlinkClick r:id="" action="ppaction://media"/>
            <a:extLst>
              <a:ext uri="{FF2B5EF4-FFF2-40B4-BE49-F238E27FC236}">
                <a16:creationId xmlns:a16="http://schemas.microsoft.com/office/drawing/2014/main" id="{979076A1-AE6A-694D-1015-60B692BEAF7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880" y="-125944"/>
            <a:ext cx="11710006" cy="66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249F-CA04-9FE9-284A-F5B97C87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 1: Explain motivations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86D4-C229-F065-473C-59AD121B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Don't just ask for a feature; explain </a:t>
            </a:r>
            <a:r>
              <a:rPr lang="en-US" i="1" dirty="0">
                <a:highlight>
                  <a:srgbClr val="FFFF00"/>
                </a:highlight>
              </a:rPr>
              <a:t>why</a:t>
            </a:r>
            <a:r>
              <a:rPr lang="en-US" dirty="0"/>
              <a:t> you want it and how it fits into the project. This allows Claude to make proactive, compatible changes that align with your long-term goals.</a:t>
            </a:r>
          </a:p>
        </p:txBody>
      </p:sp>
    </p:spTree>
    <p:extLst>
      <p:ext uri="{BB962C8B-B14F-4D97-AF65-F5344CB8AC3E}">
        <p14:creationId xmlns:p14="http://schemas.microsoft.com/office/powerpoint/2010/main" val="264954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C6D5-3562-ABA0-E903-4FD43CE7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Trust the Auto-Compaction (Don’t worry about context 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CDA5-AD97-1BA4-8CAB-C7A2BF5B9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no longer need to use commands like </a:t>
            </a:r>
            <a:r>
              <a:rPr lang="en-US" dirty="0">
                <a:highlight>
                  <a:srgbClr val="FFFF00"/>
                </a:highlight>
              </a:rPr>
              <a:t>/clear</a:t>
            </a:r>
            <a:r>
              <a:rPr lang="en-US" dirty="0"/>
              <a:t> or </a:t>
            </a:r>
            <a:r>
              <a:rPr lang="en-US" dirty="0">
                <a:highlight>
                  <a:srgbClr val="FFFF00"/>
                </a:highlight>
              </a:rPr>
              <a:t>/compact </a:t>
            </a:r>
            <a:r>
              <a:rPr lang="en-US" dirty="0"/>
              <a:t>constantly. Claude Code now intelligently manages its own context, allowing you to build entire apps in a single session without losing track of details.</a:t>
            </a:r>
          </a:p>
        </p:txBody>
      </p:sp>
    </p:spTree>
    <p:extLst>
      <p:ext uri="{BB962C8B-B14F-4D97-AF65-F5344CB8AC3E}">
        <p14:creationId xmlns:p14="http://schemas.microsoft.com/office/powerpoint/2010/main" val="428676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2D3-3453-88FE-DAD8-AF3F056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Initial Context Load (Load up your context w/ each new session)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FD9C-4635-3A2D-AF75-4AE9C4776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every new session with a "</a:t>
            </a:r>
            <a:r>
              <a:rPr lang="en-US" dirty="0">
                <a:highlight>
                  <a:srgbClr val="FFFF00"/>
                </a:highlight>
              </a:rPr>
              <a:t>foundation prompt</a:t>
            </a:r>
            <a:r>
              <a:rPr lang="en-US" dirty="0"/>
              <a:t>." Ask Claude to analyze the architecture and code deeply and ask you questions before starting work. This ensures it understands the codebase inside and out</a:t>
            </a:r>
          </a:p>
        </p:txBody>
      </p:sp>
    </p:spTree>
    <p:extLst>
      <p:ext uri="{BB962C8B-B14F-4D97-AF65-F5344CB8AC3E}">
        <p14:creationId xmlns:p14="http://schemas.microsoft.com/office/powerpoint/2010/main" val="22498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365D-3D00-B7FB-3D27-06F56B58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Use GitHub Frequently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2FE1-10E6-CAF4-E909-8EB95BA47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Claude has access to your </a:t>
            </a:r>
            <a:r>
              <a:rPr lang="en-US" dirty="0">
                <a:highlight>
                  <a:srgbClr val="FFFF00"/>
                </a:highlight>
              </a:rPr>
              <a:t>commit history</a:t>
            </a:r>
            <a:r>
              <a:rPr lang="en-US" dirty="0"/>
              <a:t>. By committing code often, Claude can reference past changes and sessions automatically, effectively giving it a "</a:t>
            </a:r>
            <a:r>
              <a:rPr lang="en-US" dirty="0">
                <a:highlight>
                  <a:srgbClr val="FFFF00"/>
                </a:highlight>
              </a:rPr>
              <a:t>long-term memory</a:t>
            </a:r>
            <a:r>
              <a:rPr lang="en-US" dirty="0"/>
              <a:t>" of your project []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3490E-CE34-374A-8D0D-35228EB7637F}"/>
              </a:ext>
            </a:extLst>
          </p:cNvPr>
          <p:cNvSpPr/>
          <p:nvPr/>
        </p:nvSpPr>
        <p:spPr>
          <a:xfrm>
            <a:off x="685801" y="3831771"/>
            <a:ext cx="10820400" cy="2579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What is Commit?</a:t>
            </a:r>
          </a:p>
          <a:p>
            <a:r>
              <a:rPr lang="en-US" sz="2400" dirty="0"/>
              <a:t>using </a:t>
            </a:r>
            <a:r>
              <a:rPr lang="en-US" sz="2400" b="1" dirty="0"/>
              <a:t>Commits</a:t>
            </a:r>
            <a:r>
              <a:rPr lang="en-US" sz="2400" dirty="0"/>
              <a:t> because they act as "save points" for your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"Save": You choose which files to save.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"Message": You write a short note (e.g., "Added login button") so you (and Claude) know what changed.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"ID": GitHub gives it a unique code so you can always go back to that exact version if you break something.</a:t>
            </a:r>
          </a:p>
        </p:txBody>
      </p:sp>
    </p:spTree>
    <p:extLst>
      <p:ext uri="{BB962C8B-B14F-4D97-AF65-F5344CB8AC3E}">
        <p14:creationId xmlns:p14="http://schemas.microsoft.com/office/powerpoint/2010/main" val="66249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8295-CA75-CEB3-E982-51DF14010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Claude Code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62B2-D38E-0DDF-9898-B9B336BA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you need to turn your </a:t>
            </a:r>
            <a:r>
              <a:rPr lang="en-US" dirty="0">
                <a:highlight>
                  <a:srgbClr val="FFFF00"/>
                </a:highlight>
              </a:rPr>
              <a:t>project folder </a:t>
            </a:r>
            <a:r>
              <a:rPr lang="en-US" dirty="0"/>
              <a:t>into a "</a:t>
            </a:r>
            <a:r>
              <a:rPr lang="en-US" dirty="0">
                <a:highlight>
                  <a:srgbClr val="FFFF00"/>
                </a:highlight>
              </a:rPr>
              <a:t>Git Repository</a:t>
            </a:r>
            <a:r>
              <a:rPr lang="en-US" dirty="0"/>
              <a:t>" and then link it to Claude. Here is the easiest way to do it: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A: Install the Tools</a:t>
            </a:r>
          </a:p>
          <a:p>
            <a:pPr marL="0" indent="0">
              <a:buNone/>
            </a:pPr>
            <a:r>
              <a:rPr lang="en-US" dirty="0"/>
              <a:t>You need the </a:t>
            </a:r>
            <a:r>
              <a:rPr lang="en-US" b="1" dirty="0"/>
              <a:t>GitHub CLI</a:t>
            </a:r>
            <a:r>
              <a:rPr lang="en-US" dirty="0"/>
              <a:t> (command line interface) on your computer.</a:t>
            </a:r>
          </a:p>
          <a:p>
            <a:r>
              <a:rPr lang="en-US" dirty="0"/>
              <a:t>Download it from .</a:t>
            </a:r>
          </a:p>
          <a:p>
            <a:r>
              <a:rPr lang="en-US" dirty="0"/>
              <a:t>Open your terminal and type </a:t>
            </a:r>
            <a:r>
              <a:rPr lang="en-US" dirty="0" err="1">
                <a:solidFill>
                  <a:srgbClr val="FF0000"/>
                </a:solidFill>
              </a:rPr>
              <a:t>gh</a:t>
            </a:r>
            <a:r>
              <a:rPr lang="en-US" dirty="0">
                <a:solidFill>
                  <a:srgbClr val="FF0000"/>
                </a:solidFill>
              </a:rPr>
              <a:t> auth login</a:t>
            </a:r>
            <a:r>
              <a:rPr lang="en-US" dirty="0"/>
              <a:t>. Follow the instructions to log in to your GitHub account.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B: Link Claude Code to GitHub</a:t>
            </a:r>
          </a:p>
          <a:p>
            <a:pPr marL="0" indent="0">
              <a:buNone/>
            </a:pPr>
            <a:r>
              <a:rPr lang="en-US" dirty="0"/>
              <a:t>Once you have Claude Code installed, run this command in your terminal: </a:t>
            </a:r>
            <a:r>
              <a:rPr lang="en-US" dirty="0" err="1">
                <a:highlight>
                  <a:srgbClr val="FFFF00"/>
                </a:highlight>
              </a:rPr>
              <a:t>claude</a:t>
            </a:r>
            <a:r>
              <a:rPr lang="en-US" dirty="0">
                <a:highlight>
                  <a:srgbClr val="FFFF00"/>
                </a:highlight>
              </a:rPr>
              <a:t> /install-</a:t>
            </a:r>
            <a:r>
              <a:rPr lang="en-US" dirty="0" err="1">
                <a:highlight>
                  <a:srgbClr val="FFFF00"/>
                </a:highlight>
              </a:rPr>
              <a:t>github</a:t>
            </a:r>
            <a:r>
              <a:rPr lang="en-US" dirty="0">
                <a:highlight>
                  <a:srgbClr val="FFFF00"/>
                </a:highlight>
              </a:rPr>
              <a:t>-app</a:t>
            </a:r>
          </a:p>
          <a:p>
            <a:pPr marL="0" indent="0">
              <a:buNone/>
            </a:pPr>
            <a:r>
              <a:rPr lang="en-US" dirty="0"/>
              <a:t>This command will automatically guide you through connecting your account. It allows Claude to "see" your GitHub activity and even help you create pull requests or issues.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5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BC55-2698-D219-83BE-DFFFBF5F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657"/>
            <a:ext cx="10515600" cy="576330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C: Creating your first Commit</a:t>
            </a:r>
          </a:p>
          <a:p>
            <a:pPr marL="0" indent="0">
              <a:buNone/>
            </a:pPr>
            <a:r>
              <a:rPr lang="en-US" dirty="0"/>
              <a:t>If you have a project folder open, you can ask Claude to do the "saving" for you:</a:t>
            </a:r>
          </a:p>
          <a:p>
            <a:r>
              <a:rPr lang="en-US" b="1" dirty="0"/>
              <a:t>Prompt Claude:</a:t>
            </a:r>
            <a:r>
              <a:rPr lang="en-US" dirty="0"/>
              <a:t> </a:t>
            </a:r>
            <a:r>
              <a:rPr lang="en-US" i="1" dirty="0"/>
              <a:t>"Claude, initialize </a:t>
            </a:r>
            <a:r>
              <a:rPr lang="en-US" i="1" dirty="0">
                <a:highlight>
                  <a:srgbClr val="FFFF00"/>
                </a:highlight>
              </a:rPr>
              <a:t>a git repo </a:t>
            </a:r>
            <a:r>
              <a:rPr lang="en-US" i="1" dirty="0"/>
              <a:t>here and commit my current progress with a message 'Initial setup’.”</a:t>
            </a:r>
          </a:p>
          <a:p>
            <a:r>
              <a:rPr lang="en-US" b="1" dirty="0"/>
              <a:t>Claude will:</a:t>
            </a:r>
            <a:r>
              <a:rPr lang="en-US" dirty="0"/>
              <a:t> Create the hidden .git folder, "stage" your files, and create that first save point.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EA6C-00A0-2D0C-01DE-AB2AEA9A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helps Claude (The "Tip #4" Secret)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F169-1447-A23B-FB84-F38FDD58A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Claude knows your history, you can ask it powerful questions like:</a:t>
            </a:r>
          </a:p>
          <a:p>
            <a:r>
              <a:rPr lang="en-US" dirty="0"/>
              <a:t>"Why did we change the header layout two days ago?“</a:t>
            </a:r>
          </a:p>
          <a:p>
            <a:r>
              <a:rPr lang="en-US" dirty="0"/>
              <a:t>"Revert the changes I made this morning; they didn't work.“</a:t>
            </a:r>
          </a:p>
          <a:p>
            <a:r>
              <a:rPr lang="en-US" dirty="0"/>
              <a:t>"Look at my last 3 commits and summarize the progress for a teammate."</a:t>
            </a:r>
          </a:p>
        </p:txBody>
      </p:sp>
    </p:spTree>
    <p:extLst>
      <p:ext uri="{BB962C8B-B14F-4D97-AF65-F5344CB8AC3E}">
        <p14:creationId xmlns:p14="http://schemas.microsoft.com/office/powerpoint/2010/main" val="3899643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AB40-C2CB-D488-A4F3-91861124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Rule for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1A49-8C53-53B1-ED77-179C21A5F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Claude is "eager" to write code, it may not always explain what it did. </a:t>
            </a:r>
            <a:r>
              <a:rPr lang="en-US" dirty="0">
                <a:solidFill>
                  <a:srgbClr val="FF0000"/>
                </a:solidFill>
              </a:rPr>
              <a:t>Add a rule </a:t>
            </a:r>
            <a:r>
              <a:rPr lang="en-US" dirty="0"/>
              <a:t>to your </a:t>
            </a:r>
            <a:r>
              <a:rPr lang="en-US" dirty="0">
                <a:highlight>
                  <a:srgbClr val="FFFF00"/>
                </a:highlight>
              </a:rPr>
              <a:t>claude.md </a:t>
            </a:r>
            <a:r>
              <a:rPr lang="en-US" dirty="0"/>
              <a:t>file requesting a quick summary after it uses tools so you can keep track of the changes.</a:t>
            </a:r>
          </a:p>
        </p:txBody>
      </p:sp>
    </p:spTree>
    <p:extLst>
      <p:ext uri="{BB962C8B-B14F-4D97-AF65-F5344CB8AC3E}">
        <p14:creationId xmlns:p14="http://schemas.microsoft.com/office/powerpoint/2010/main" val="222512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ED2D-BF4F-262B-270B-CEC584A6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Adjust "Eagerness"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2319-4F3B-AD4B-BAF4-8DC8D6ABC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control how proactive Claude is. </a:t>
            </a:r>
            <a:r>
              <a:rPr lang="en-US" dirty="0">
                <a:highlight>
                  <a:srgbClr val="FFFF00"/>
                </a:highlight>
              </a:rPr>
              <a:t>Add a rule to "not act before instructions" </a:t>
            </a:r>
            <a:r>
              <a:rPr lang="en-US" dirty="0"/>
              <a:t>if you want it to slow down, or a "default to action" rule if you want it to experiment and implement ideas independently</a:t>
            </a:r>
          </a:p>
        </p:txBody>
      </p:sp>
    </p:spTree>
    <p:extLst>
      <p:ext uri="{BB962C8B-B14F-4D97-AF65-F5344CB8AC3E}">
        <p14:creationId xmlns:p14="http://schemas.microsoft.com/office/powerpoint/2010/main" val="1083530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99FC-7B76-2E9B-C280-C424267A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Avoid the Word "Think"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8E59-E640-3E02-0560-C03AE7A1C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"think" is a keyword that triggers Claude to use more reasoning tokens, which can burn through your usage limits quickly. Use alternatives like "</a:t>
            </a:r>
            <a:r>
              <a:rPr lang="en-US" dirty="0">
                <a:solidFill>
                  <a:srgbClr val="FF0000"/>
                </a:solidFill>
              </a:rPr>
              <a:t>consider</a:t>
            </a:r>
            <a:r>
              <a:rPr lang="en-US" dirty="0"/>
              <a:t>," "</a:t>
            </a:r>
            <a:r>
              <a:rPr lang="en-US" dirty="0">
                <a:solidFill>
                  <a:srgbClr val="FF0000"/>
                </a:solidFill>
              </a:rPr>
              <a:t>evaluate,</a:t>
            </a:r>
            <a:r>
              <a:rPr lang="en-US" dirty="0"/>
              <a:t>" or "</a:t>
            </a:r>
            <a:r>
              <a:rPr lang="en-US" dirty="0">
                <a:solidFill>
                  <a:srgbClr val="FF0000"/>
                </a:solidFill>
              </a:rPr>
              <a:t>analyze</a:t>
            </a:r>
            <a:r>
              <a:rPr lang="en-US" dirty="0"/>
              <a:t>" to save tokens [].</a:t>
            </a:r>
          </a:p>
        </p:txBody>
      </p:sp>
    </p:spTree>
    <p:extLst>
      <p:ext uri="{BB962C8B-B14F-4D97-AF65-F5344CB8AC3E}">
        <p14:creationId xmlns:p14="http://schemas.microsoft.com/office/powerpoint/2010/main" val="393410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E6B4-DE6A-FBA4-A29B-BA091950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Leverage Vision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9B6AD-DC51-0C9D-1629-16819BA9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Claude Opus 4.5 is highly capable with images. </a:t>
            </a:r>
            <a:r>
              <a:rPr lang="en-US" dirty="0">
                <a:highlight>
                  <a:srgbClr val="FFFF00"/>
                </a:highlight>
              </a:rPr>
              <a:t>Paste screenshots </a:t>
            </a:r>
            <a:r>
              <a:rPr lang="en-US" dirty="0"/>
              <a:t>of UI inspiration or visual bugs directly into the terminal to help Claude diagnose issues or replicate designs [].</a:t>
            </a:r>
          </a:p>
        </p:txBody>
      </p:sp>
    </p:spTree>
    <p:extLst>
      <p:ext uri="{BB962C8B-B14F-4D97-AF65-F5344CB8AC3E}">
        <p14:creationId xmlns:p14="http://schemas.microsoft.com/office/powerpoint/2010/main" val="148815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3347-CD19-7980-9D93-EB13405F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Enable Parallel Tool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55C74-33BA-05CB-CE30-4594A5E0C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rule to your claude.md to </a:t>
            </a:r>
            <a:r>
              <a:rPr lang="en-US" dirty="0">
                <a:highlight>
                  <a:srgbClr val="FFFF00"/>
                </a:highlight>
              </a:rPr>
              <a:t>encourage Claude to multitask</a:t>
            </a:r>
            <a:r>
              <a:rPr lang="en-US" dirty="0"/>
              <a:t>. It can spin up "</a:t>
            </a:r>
            <a:r>
              <a:rPr lang="en-US" dirty="0">
                <a:solidFill>
                  <a:srgbClr val="FF0000"/>
                </a:solidFill>
              </a:rPr>
              <a:t>sub-agents</a:t>
            </a:r>
            <a:r>
              <a:rPr lang="en-US" dirty="0"/>
              <a:t>" to research, read files, and write code simultaneously, significantly speeding up complex tasks</a:t>
            </a:r>
          </a:p>
        </p:txBody>
      </p:sp>
    </p:spTree>
    <p:extLst>
      <p:ext uri="{BB962C8B-B14F-4D97-AF65-F5344CB8AC3E}">
        <p14:creationId xmlns:p14="http://schemas.microsoft.com/office/powerpoint/2010/main" val="327192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CBE2-523A-989C-FF77-D2D3F539F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Investigate Before Answering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6E33-E1C9-7437-6207-5E17E3D8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reduce hallucinations, add a rule </a:t>
            </a:r>
            <a:r>
              <a:rPr lang="en-US" dirty="0">
                <a:highlight>
                  <a:srgbClr val="FFFF00"/>
                </a:highlight>
              </a:rPr>
              <a:t>requiring Claude to reflect on and review existing code before making changes</a:t>
            </a:r>
            <a:r>
              <a:rPr lang="en-US" dirty="0"/>
              <a:t>. This ensures it understands the code deeply before modifying it, leading to fewer errors</a:t>
            </a:r>
          </a:p>
        </p:txBody>
      </p:sp>
    </p:spTree>
    <p:extLst>
      <p:ext uri="{BB962C8B-B14F-4D97-AF65-F5344CB8AC3E}">
        <p14:creationId xmlns:p14="http://schemas.microsoft.com/office/powerpoint/2010/main" val="287089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818</Words>
  <Application>Microsoft Office PowerPoint</Application>
  <PresentationFormat>Widescreen</PresentationFormat>
  <Paragraphs>45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Claude Code 10 Best Tips</vt:lpstr>
      <vt:lpstr>PowerPoint Presentation</vt:lpstr>
      <vt:lpstr>Tip 1: Explain motivations</vt:lpstr>
      <vt:lpstr>2. Trust the Auto-Compaction (Don’t worry about context windows)</vt:lpstr>
      <vt:lpstr>3. Initial Context Load (Load up your context w/ each new session)</vt:lpstr>
      <vt:lpstr>4. Use GitHub Frequently</vt:lpstr>
      <vt:lpstr>How to connect Claude Code to GitHub</vt:lpstr>
      <vt:lpstr>PowerPoint Presentation</vt:lpstr>
      <vt:lpstr>Why this helps Claude (The "Tip #4" Secret)</vt:lpstr>
      <vt:lpstr>5. Rule for Summaries</vt:lpstr>
      <vt:lpstr>6. Adjust "Eagerness"</vt:lpstr>
      <vt:lpstr>7. Avoid the Word "Think"</vt:lpstr>
      <vt:lpstr>8. Leverage Vision </vt:lpstr>
      <vt:lpstr>9. Enable Parallel Tool Calls</vt:lpstr>
      <vt:lpstr>10. Investigate Before Answering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2026-01-05T01:50:07Z</dcterms:created>
  <dcterms:modified xsi:type="dcterms:W3CDTF">2026-01-05T02:48:56Z</dcterms:modified>
</cp:coreProperties>
</file>