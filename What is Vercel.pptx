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5" r:id="rId3"/>
    <p:sldId id="266" r:id="rId4"/>
    <p:sldId id="267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3" autoAdjust="0"/>
    <p:restoredTop sz="94660"/>
  </p:normalViewPr>
  <p:slideViewPr>
    <p:cSldViewPr snapToGrid="0">
      <p:cViewPr varScale="1">
        <p:scale>
          <a:sx n="88" d="100"/>
          <a:sy n="88" d="100"/>
        </p:scale>
        <p:origin x="984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8638F5-9B99-4368-A9E0-5411522B2C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AB7EB9-CAB2-C57F-820C-7D9C2D2479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D9849D-7C2D-3201-2C04-9FCAD5590B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C7291-B9C7-44C1-AD31-D76FB736484D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363D56-4F30-2C3E-7ACF-34C689872D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880B36-8605-9FC4-4C21-EFD89DD79F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BD4781-F3BA-4AB4-A289-4B8398C159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90864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08C2B6-3C74-8455-7971-F94A7113B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5BAACF-F797-4E9E-7824-086F9218FB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42CA8A-6052-E902-7FC3-10F8A36918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C7291-B9C7-44C1-AD31-D76FB736484D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490D59-B518-C463-FACF-7147D4A4B9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5D4169-BE67-81DB-7915-91ABC73983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BD4781-F3BA-4AB4-A289-4B8398C159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61630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B194E0-4CCD-B921-8698-318BE179D0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40505E-DE8F-4D8C-A3FF-9BC5DE0897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781E27-54D1-7AAE-A398-CADAD33EEC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C7291-B9C7-44C1-AD31-D76FB736484D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7A7072-FB0A-FD54-1565-FF00ED2CAD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30E0BF-9AF8-92DD-0016-5977ECE94F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BD4781-F3BA-4AB4-A289-4B8398C159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05979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E3AAAB-6CDA-720D-1FA8-C388F71147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3F980D-28BE-44ED-B872-5F3A1E564C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DBC7A0-5113-4AA1-A193-DA32803331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BAA5F1-6A6A-E1FA-53D6-5062027C9E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C7291-B9C7-44C1-AD31-D76FB736484D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5AD3A8-B142-03FF-5A99-C0D4DA004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E52E8E-FE87-1F43-58E1-FB0BD6832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BD4781-F3BA-4AB4-A289-4B8398C159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9283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BF9A49-A65A-E034-0574-EBA3F266D5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6858E3-A585-0167-BC27-1D1ADB6CB5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8309A7-CEFD-A4EF-B1B9-1924BB73C5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23D01B-5A5E-1B1D-EA94-558EDA2EEE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55C70B9-CAB6-91D9-AD52-0DFE9037A2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6CDB629-7DBF-AB41-8995-B385557F28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C7291-B9C7-44C1-AD31-D76FB736484D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96AC4BD-975D-ACA5-759E-B3F7A4FD86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2239E1C-8C92-AFC3-77B6-AA220689CA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BD4781-F3BA-4AB4-A289-4B8398C159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28337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D195E8-4797-6047-AC85-2CC56EE8C1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D1DBD49-5868-573A-DF3B-5CE7547C7A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C7291-B9C7-44C1-AD31-D76FB736484D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C996EB-CF26-8CAE-4758-11922AC278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40A72E-ADC3-A55B-13F9-5D8363AA9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BD4781-F3BA-4AB4-A289-4B8398C159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82678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3AF86CB-E4AC-4EDE-1A96-A33C38C5CF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C7291-B9C7-44C1-AD31-D76FB736484D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FD5F6A8-9141-F4BD-712C-F1557D87FF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220CB4-8E4C-9D4A-47B0-556B0EBC2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BD4781-F3BA-4AB4-A289-4B8398C159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5660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576A15-3D46-E736-8979-AEBCA53DC9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801A50-6D6A-99C2-17FB-6464947512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6B4F14-0BB7-2D53-8AB4-A45009FF3F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94AD4D-47A4-A4C7-9BC6-6EC7BCA25C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C7291-B9C7-44C1-AD31-D76FB736484D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35528E-05E2-9D51-5111-15261B595B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77C5C0-298F-B59D-CF56-F7B9E254E4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BD4781-F3BA-4AB4-A289-4B8398C159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5571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C502BC-48C5-1312-5BD1-3E106E72AF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5EF4A23-4030-490B-AC97-200D406BC6A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802EEC-1A95-A5DC-90A7-DFC379F247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EB72B8-3771-64EC-F7DD-CA3228988F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C7291-B9C7-44C1-AD31-D76FB736484D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F04DA7-528A-B3B8-5BA8-BD1ACB61C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154DB8-5C79-95D7-8D09-AA228A547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BD4781-F3BA-4AB4-A289-4B8398C159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68130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6BAC50-6379-8CCF-01B6-B02162E70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D5A863-661A-7EE5-4B4A-FB7AB63484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64C015-966B-6AEC-F618-E45D793B23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C7291-B9C7-44C1-AD31-D76FB736484D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CE09AF-9937-298C-8FA3-3190F29B63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C41A12-2869-C718-19B8-9D05D10A7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BD4781-F3BA-4AB4-A289-4B8398C159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2474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FA920D5-83BE-C6EC-4F8D-4C98070473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73101E-E16B-4A2C-77D1-18F87D7614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CA07FC-4051-7B9F-AC1C-59FDC601C3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C7291-B9C7-44C1-AD31-D76FB736484D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7485BA-A1B2-7B95-D625-84868C4239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671F24-28FD-D5B0-BFD0-A9640CC787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BD4781-F3BA-4AB4-A289-4B8398C159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04325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16AD6D8-E0B4-43C5-AEA9-9ED71ABFF8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544E59-01FD-1F0B-C2E9-6B7BF68D4D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11904F-934A-3F11-E663-CA70443A404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ACC7291-B9C7-44C1-AD31-D76FB736484D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A5F105-8BC7-DABE-CBC7-608B3884FD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9988F3-77B1-C927-4C54-5E230D38D2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BD4781-F3BA-4AB4-A289-4B8398C159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20222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C2C355-543A-5BBB-CF8A-8907FD29BD3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What is </a:t>
            </a:r>
            <a:r>
              <a:rPr lang="en-US"/>
              <a:t>Vercel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31E4EB-7514-D7AD-8F4B-28BF02D810D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56121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219140-D11D-2210-D709-4C978F3909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</a:t>
            </a:r>
            <a:r>
              <a:rPr lang="en-US" dirty="0" err="1"/>
              <a:t>Vercel</a:t>
            </a:r>
            <a:r>
              <a:rPr lang="en-US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9AE7C2-43F9-06DD-C8F4-6E1EC50FEA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b="1" dirty="0" err="1"/>
              <a:t>Vercel</a:t>
            </a:r>
            <a:r>
              <a:rPr lang="en-US" dirty="0"/>
              <a:t> is a cloud platform designed to make it incredibly easy for developers to deploy and host the "</a:t>
            </a:r>
            <a:r>
              <a:rPr lang="en-US" dirty="0">
                <a:highlight>
                  <a:srgbClr val="FFFF00"/>
                </a:highlight>
              </a:rPr>
              <a:t>front-facing</a:t>
            </a:r>
            <a:r>
              <a:rPr lang="en-US" dirty="0"/>
              <a:t>" parts of a website (the frontend) [1.1, 1.3]. While it's best known as the creator and maintainer of </a:t>
            </a:r>
            <a:r>
              <a:rPr lang="en-US" b="1" dirty="0"/>
              <a:t>Next.js</a:t>
            </a:r>
            <a:r>
              <a:rPr lang="en-US" dirty="0"/>
              <a:t>, it supports almost any modern </a:t>
            </a:r>
            <a:r>
              <a:rPr lang="en-US" dirty="0">
                <a:highlight>
                  <a:srgbClr val="FFFF00"/>
                </a:highlight>
              </a:rPr>
              <a:t>web framework</a:t>
            </a:r>
            <a:r>
              <a:rPr lang="en-US" dirty="0"/>
              <a:t> like React, Vue, Svelte, and Astro [1.2].</a:t>
            </a:r>
          </a:p>
          <a:p>
            <a:pPr marL="0" indent="0">
              <a:buNone/>
            </a:pPr>
            <a:r>
              <a:rPr lang="en-US" dirty="0"/>
              <a:t>Think of it as the bridge between your code (on GitHub) and a live website that users can actually visit.</a:t>
            </a:r>
          </a:p>
          <a:p>
            <a:pPr marL="514350" indent="-514350">
              <a:buAutoNum type="arabicPeriod"/>
            </a:pPr>
            <a:r>
              <a:rPr lang="en-US" dirty="0"/>
              <a:t>How It Works</a:t>
            </a:r>
          </a:p>
          <a:p>
            <a:pPr marL="0" indent="0">
              <a:buNone/>
            </a:pPr>
            <a:r>
              <a:rPr lang="en-US" dirty="0" err="1"/>
              <a:t>Vercel</a:t>
            </a:r>
            <a:r>
              <a:rPr lang="en-US" dirty="0"/>
              <a:t> automates the entire deployment process. You don't have to manually set up servers or networking [1.1].</a:t>
            </a:r>
          </a:p>
          <a:p>
            <a:r>
              <a:rPr lang="en-US" b="1" dirty="0"/>
              <a:t>Git Integration</a:t>
            </a:r>
            <a:r>
              <a:rPr lang="en-US" dirty="0"/>
              <a:t>: You connect your GitHub, GitLab, or Bitbucket account to </a:t>
            </a:r>
            <a:r>
              <a:rPr lang="en-US" dirty="0" err="1"/>
              <a:t>Vercel</a:t>
            </a:r>
            <a:r>
              <a:rPr lang="en-US" dirty="0"/>
              <a:t> [1.3].</a:t>
            </a:r>
          </a:p>
          <a:p>
            <a:r>
              <a:rPr lang="en-US" b="1" dirty="0"/>
              <a:t>Auto-Deployment</a:t>
            </a:r>
            <a:r>
              <a:rPr lang="en-US" dirty="0"/>
              <a:t>: Every time you "push" new code to your repository, </a:t>
            </a:r>
            <a:r>
              <a:rPr lang="en-US" dirty="0" err="1"/>
              <a:t>Vercel</a:t>
            </a:r>
            <a:r>
              <a:rPr lang="en-US" dirty="0"/>
              <a:t> automatically detects the changes, builds your project, and updates your live site in seconds [1.2, 1.3].</a:t>
            </a:r>
          </a:p>
          <a:p>
            <a:r>
              <a:rPr lang="en-US" b="1" dirty="0"/>
              <a:t>Global Network</a:t>
            </a:r>
            <a:r>
              <a:rPr lang="en-US" dirty="0"/>
              <a:t>: </a:t>
            </a:r>
            <a:r>
              <a:rPr lang="en-US" dirty="0" err="1"/>
              <a:t>Vercel</a:t>
            </a:r>
            <a:r>
              <a:rPr lang="en-US" dirty="0"/>
              <a:t> places your website on a </a:t>
            </a:r>
            <a:r>
              <a:rPr lang="en-US" dirty="0">
                <a:highlight>
                  <a:srgbClr val="FFFF00"/>
                </a:highlight>
              </a:rPr>
              <a:t>Global Edge Network</a:t>
            </a:r>
            <a:r>
              <a:rPr lang="en-US" dirty="0"/>
              <a:t>. This means your site's files are stored on servers all over the world, so they load instantly for a user whether they are in New York, London, or Tokyo [1.2, 2.3].2. Key Features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55228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126C61-67FE-CB98-C325-9729E96543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00743"/>
            <a:ext cx="10515600" cy="5676220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2. Key Features</a:t>
            </a:r>
          </a:p>
          <a:p>
            <a:pPr marL="0" indent="0">
              <a:buNone/>
            </a:pPr>
            <a:r>
              <a:rPr lang="en-US" b="1" dirty="0"/>
              <a:t>Preview Deployments</a:t>
            </a:r>
            <a:r>
              <a:rPr lang="en-US" dirty="0"/>
              <a:t>: Every time you propose a change (a "Pull Request"), </a:t>
            </a:r>
            <a:r>
              <a:rPr lang="en-US" dirty="0" err="1"/>
              <a:t>Vercel</a:t>
            </a:r>
            <a:r>
              <a:rPr lang="en-US" dirty="0"/>
              <a:t> generates a unique temporary URL. This lets your team or clients see and test exactly what the new version looks like before it goes live [2.3].</a:t>
            </a:r>
          </a:p>
          <a:p>
            <a:pPr marL="0" indent="0">
              <a:buNone/>
            </a:pPr>
            <a:r>
              <a:rPr lang="en-US" b="1" dirty="0"/>
              <a:t>Serverless Functions</a:t>
            </a:r>
            <a:r>
              <a:rPr lang="en-US" dirty="0"/>
              <a:t>: Although </a:t>
            </a:r>
            <a:r>
              <a:rPr lang="en-US" dirty="0" err="1"/>
              <a:t>Vercel</a:t>
            </a:r>
            <a:r>
              <a:rPr lang="en-US" dirty="0"/>
              <a:t> focuses on the frontend, it allows you to run "backend" code (like processing a login or a payment) using Serverless Functions. You don't manage a server; the code just "runs" when needed and scales automatically [1.2, 2.5].</a:t>
            </a:r>
          </a:p>
          <a:p>
            <a:pPr marL="0" indent="0">
              <a:buNone/>
            </a:pPr>
            <a:r>
              <a:rPr lang="en-US" b="1" dirty="0"/>
              <a:t>v0 &amp; AI Tools</a:t>
            </a:r>
            <a:r>
              <a:rPr lang="en-US" dirty="0"/>
              <a:t>: </a:t>
            </a:r>
            <a:r>
              <a:rPr lang="en-US" dirty="0" err="1"/>
              <a:t>Vercel</a:t>
            </a:r>
            <a:r>
              <a:rPr lang="en-US" dirty="0"/>
              <a:t> has recently expanded into AI. Their tool v0 allows you to describe a website in plain English, and the AI will generate the code and deploy it for you instantly on </a:t>
            </a:r>
            <a:r>
              <a:rPr lang="en-US" dirty="0" err="1"/>
              <a:t>Vercel</a:t>
            </a:r>
            <a:r>
              <a:rPr lang="en-US" dirty="0"/>
              <a:t> [1.4, 4.2].</a:t>
            </a:r>
          </a:p>
          <a:p>
            <a:pPr marL="0" indent="0">
              <a:buNone/>
            </a:pPr>
            <a:r>
              <a:rPr lang="en-US" dirty="0"/>
              <a:t>3. Pricing: </a:t>
            </a:r>
            <a:r>
              <a:rPr lang="en-US" dirty="0" err="1"/>
              <a:t>Vercel</a:t>
            </a:r>
            <a:r>
              <a:rPr lang="en-US" dirty="0"/>
              <a:t> uses a "Hobby to Enterprise" model [4.1]:</a:t>
            </a:r>
          </a:p>
          <a:p>
            <a:r>
              <a:rPr lang="en-US" b="1" dirty="0"/>
              <a:t>Hobby</a:t>
            </a:r>
            <a:r>
              <a:rPr lang="en-US" dirty="0"/>
              <a:t> (Free): Perfect for personal projects and small apps. Includes automatic CI/CD and basic usage limits [4.1, 4.2].</a:t>
            </a:r>
          </a:p>
          <a:p>
            <a:r>
              <a:rPr lang="en-US" b="1" dirty="0"/>
              <a:t>Pro</a:t>
            </a:r>
            <a:r>
              <a:rPr lang="en-US" dirty="0"/>
              <a:t> ($20/month): Designed for professional teams. It offers higher usage limits, team collaboration tools, and faster builds [4.1, 4.3].</a:t>
            </a:r>
          </a:p>
          <a:p>
            <a:r>
              <a:rPr lang="en-US" b="1" dirty="0"/>
              <a:t>Enterprise</a:t>
            </a:r>
            <a:r>
              <a:rPr lang="en-US" dirty="0"/>
              <a:t>: Custom pricing for large companies requiring advanced security, compliance (like HIPAA), and dedicated support [4.1, 4.2].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28928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12898-D858-F882-E7D0-C402829DBD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Vercel</a:t>
            </a:r>
            <a:r>
              <a:rPr lang="en-US" dirty="0"/>
              <a:t> vs. Competitors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4BC9A23-30F7-3EC2-76DA-AA5D1E2E937A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2736374"/>
          <a:ext cx="10515600" cy="2529840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311448029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627405983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90325468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426540518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Feature</a:t>
                      </a:r>
                      <a:endParaRPr lang="en-US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Vercel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Netlify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AWS Amplify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2817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Best For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Next.js &amp; Dynamic Apps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Static Sites &amp; Composable Apps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Complex Enterprise Backends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89896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Setup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Zero-config (easiest)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Low-config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High-config (requires AWS expertise)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75325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Key Advantage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Superior SSR &amp; ISR performance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Great built-in forms &amp; identity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Infinite scalability within AWS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4369775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46D6905F-5047-6697-5293-610CABB3AE79}"/>
              </a:ext>
            </a:extLst>
          </p:cNvPr>
          <p:cNvSpPr/>
          <p:nvPr/>
        </p:nvSpPr>
        <p:spPr>
          <a:xfrm>
            <a:off x="1066800" y="5638800"/>
            <a:ext cx="10363200" cy="673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/>
              <a:t>how to connect your GitHub account to Vercel and deploy your first project?</a:t>
            </a:r>
          </a:p>
        </p:txBody>
      </p:sp>
    </p:spTree>
    <p:extLst>
      <p:ext uri="{BB962C8B-B14F-4D97-AF65-F5344CB8AC3E}">
        <p14:creationId xmlns:p14="http://schemas.microsoft.com/office/powerpoint/2010/main" val="29165329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538</Words>
  <Application>Microsoft Office PowerPoint</Application>
  <PresentationFormat>Widescreen</PresentationFormat>
  <Paragraphs>35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Google Sans Text</vt:lpstr>
      <vt:lpstr>Aptos</vt:lpstr>
      <vt:lpstr>Aptos Display</vt:lpstr>
      <vt:lpstr>Arial</vt:lpstr>
      <vt:lpstr>Office Theme</vt:lpstr>
      <vt:lpstr>What is Vercel</vt:lpstr>
      <vt:lpstr>What is Vercel?</vt:lpstr>
      <vt:lpstr>PowerPoint Presentation</vt:lpstr>
      <vt:lpstr>Vercel vs. Competitors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Liu, Paul</dc:creator>
  <cp:lastModifiedBy>Liu, Paul</cp:lastModifiedBy>
  <cp:revision>1</cp:revision>
  <dcterms:created xsi:type="dcterms:W3CDTF">2026-01-05T01:42:41Z</dcterms:created>
  <dcterms:modified xsi:type="dcterms:W3CDTF">2026-01-05T01:43:46Z</dcterms:modified>
</cp:coreProperties>
</file>