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100804-F408-4F95-80EC-DA8A5CFDC818}" v="38" dt="2026-01-03T03:42:13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ozhong Liu" userId="1a0da9163b2f1321" providerId="LiveId" clId="{9E039210-9A9B-4D2A-9E5F-3BB0F9D7A0FD}"/>
    <pc:docChg chg="custSel addSld modSld">
      <pc:chgData name="Baozhong Liu" userId="1a0da9163b2f1321" providerId="LiveId" clId="{9E039210-9A9B-4D2A-9E5F-3BB0F9D7A0FD}" dt="2026-01-03T03:42:24.773" v="316" actId="27636"/>
      <pc:docMkLst>
        <pc:docMk/>
      </pc:docMkLst>
      <pc:sldChg chg="modSp mod">
        <pc:chgData name="Baozhong Liu" userId="1a0da9163b2f1321" providerId="LiveId" clId="{9E039210-9A9B-4D2A-9E5F-3BB0F9D7A0FD}" dt="2026-01-03T03:23:34.134" v="130" actId="20577"/>
        <pc:sldMkLst>
          <pc:docMk/>
          <pc:sldMk cId="2969713256" sldId="256"/>
        </pc:sldMkLst>
        <pc:spChg chg="mod">
          <ac:chgData name="Baozhong Liu" userId="1a0da9163b2f1321" providerId="LiveId" clId="{9E039210-9A9B-4D2A-9E5F-3BB0F9D7A0FD}" dt="2026-01-03T03:23:01.846" v="42" actId="20577"/>
          <ac:spMkLst>
            <pc:docMk/>
            <pc:sldMk cId="2969713256" sldId="256"/>
            <ac:spMk id="2" creationId="{22753737-104E-5CEC-2926-53A1041487D5}"/>
          </ac:spMkLst>
        </pc:spChg>
        <pc:spChg chg="mod">
          <ac:chgData name="Baozhong Liu" userId="1a0da9163b2f1321" providerId="LiveId" clId="{9E039210-9A9B-4D2A-9E5F-3BB0F9D7A0FD}" dt="2026-01-03T03:23:34.134" v="130" actId="20577"/>
          <ac:spMkLst>
            <pc:docMk/>
            <pc:sldMk cId="2969713256" sldId="256"/>
            <ac:spMk id="3" creationId="{FEFB34EB-45E6-08FB-295B-4CFE44B5DDF7}"/>
          </ac:spMkLst>
        </pc:spChg>
      </pc:sldChg>
      <pc:sldChg chg="addSp delSp modSp new mod">
        <pc:chgData name="Baozhong Liu" userId="1a0da9163b2f1321" providerId="LiveId" clId="{9E039210-9A9B-4D2A-9E5F-3BB0F9D7A0FD}" dt="2026-01-03T03:24:30.880" v="142" actId="20577"/>
        <pc:sldMkLst>
          <pc:docMk/>
          <pc:sldMk cId="2088100573" sldId="257"/>
        </pc:sldMkLst>
        <pc:spChg chg="mod">
          <ac:chgData name="Baozhong Liu" userId="1a0da9163b2f1321" providerId="LiveId" clId="{9E039210-9A9B-4D2A-9E5F-3BB0F9D7A0FD}" dt="2026-01-03T03:24:30.880" v="142" actId="20577"/>
          <ac:spMkLst>
            <pc:docMk/>
            <pc:sldMk cId="2088100573" sldId="257"/>
            <ac:spMk id="2" creationId="{E7A806CD-4872-C6E4-CAF5-4FD97E9B7A60}"/>
          </ac:spMkLst>
        </pc:spChg>
        <pc:spChg chg="del">
          <ac:chgData name="Baozhong Liu" userId="1a0da9163b2f1321" providerId="LiveId" clId="{9E039210-9A9B-4D2A-9E5F-3BB0F9D7A0FD}" dt="2026-01-03T03:23:54.910" v="132"/>
          <ac:spMkLst>
            <pc:docMk/>
            <pc:sldMk cId="2088100573" sldId="257"/>
            <ac:spMk id="3" creationId="{C1D9A538-521D-15A2-3ED1-D60BCBEEFA4A}"/>
          </ac:spMkLst>
        </pc:spChg>
        <pc:graphicFrameChg chg="add mod">
          <ac:chgData name="Baozhong Liu" userId="1a0da9163b2f1321" providerId="LiveId" clId="{9E039210-9A9B-4D2A-9E5F-3BB0F9D7A0FD}" dt="2026-01-03T03:23:54.910" v="132"/>
          <ac:graphicFrameMkLst>
            <pc:docMk/>
            <pc:sldMk cId="2088100573" sldId="257"/>
            <ac:graphicFrameMk id="4" creationId="{6C4C06B9-7AF7-43D7-12BE-613C33BFF054}"/>
          </ac:graphicFrameMkLst>
        </pc:graphicFrameChg>
      </pc:sldChg>
      <pc:sldChg chg="addSp modSp new mod">
        <pc:chgData name="Baozhong Liu" userId="1a0da9163b2f1321" providerId="LiveId" clId="{9E039210-9A9B-4D2A-9E5F-3BB0F9D7A0FD}" dt="2026-01-03T03:28:30.102" v="172" actId="207"/>
        <pc:sldMkLst>
          <pc:docMk/>
          <pc:sldMk cId="3376754568" sldId="258"/>
        </pc:sldMkLst>
        <pc:spChg chg="mod">
          <ac:chgData name="Baozhong Liu" userId="1a0da9163b2f1321" providerId="LiveId" clId="{9E039210-9A9B-4D2A-9E5F-3BB0F9D7A0FD}" dt="2026-01-03T03:25:31.117" v="153" actId="13926"/>
          <ac:spMkLst>
            <pc:docMk/>
            <pc:sldMk cId="3376754568" sldId="258"/>
            <ac:spMk id="2" creationId="{AA0105CF-C3F4-1EC3-C149-25C7EEC79271}"/>
          </ac:spMkLst>
        </pc:spChg>
        <pc:spChg chg="mod">
          <ac:chgData name="Baozhong Liu" userId="1a0da9163b2f1321" providerId="LiveId" clId="{9E039210-9A9B-4D2A-9E5F-3BB0F9D7A0FD}" dt="2026-01-03T03:28:30.102" v="172" actId="207"/>
          <ac:spMkLst>
            <pc:docMk/>
            <pc:sldMk cId="3376754568" sldId="258"/>
            <ac:spMk id="3" creationId="{A9CC765B-6E08-BDDF-0F4F-4811F66E9B48}"/>
          </ac:spMkLst>
        </pc:spChg>
        <pc:spChg chg="add">
          <ac:chgData name="Baozhong Liu" userId="1a0da9163b2f1321" providerId="LiveId" clId="{9E039210-9A9B-4D2A-9E5F-3BB0F9D7A0FD}" dt="2026-01-03T03:25:51.226" v="159"/>
          <ac:spMkLst>
            <pc:docMk/>
            <pc:sldMk cId="3376754568" sldId="258"/>
            <ac:spMk id="4" creationId="{73026CE7-C664-213C-AC9E-08DAF07110C0}"/>
          </ac:spMkLst>
        </pc:spChg>
      </pc:sldChg>
      <pc:sldChg chg="addSp delSp modSp new mod">
        <pc:chgData name="Baozhong Liu" userId="1a0da9163b2f1321" providerId="LiveId" clId="{9E039210-9A9B-4D2A-9E5F-3BB0F9D7A0FD}" dt="2026-01-03T03:30:24.227" v="183" actId="207"/>
        <pc:sldMkLst>
          <pc:docMk/>
          <pc:sldMk cId="993842450" sldId="259"/>
        </pc:sldMkLst>
        <pc:spChg chg="mod">
          <ac:chgData name="Baozhong Liu" userId="1a0da9163b2f1321" providerId="LiveId" clId="{9E039210-9A9B-4D2A-9E5F-3BB0F9D7A0FD}" dt="2026-01-03T03:29:00.447" v="174"/>
          <ac:spMkLst>
            <pc:docMk/>
            <pc:sldMk cId="993842450" sldId="259"/>
            <ac:spMk id="2" creationId="{1C609E64-6999-FBEF-1620-F8324BA88C92}"/>
          </ac:spMkLst>
        </pc:spChg>
        <pc:spChg chg="add del mod">
          <ac:chgData name="Baozhong Liu" userId="1a0da9163b2f1321" providerId="LiveId" clId="{9E039210-9A9B-4D2A-9E5F-3BB0F9D7A0FD}" dt="2026-01-03T03:30:24.227" v="183" actId="207"/>
          <ac:spMkLst>
            <pc:docMk/>
            <pc:sldMk cId="993842450" sldId="259"/>
            <ac:spMk id="3" creationId="{C7F64CD7-9FE6-370A-2D51-7EE4D55456AE}"/>
          </ac:spMkLst>
        </pc:spChg>
        <pc:spChg chg="add mod">
          <ac:chgData name="Baozhong Liu" userId="1a0da9163b2f1321" providerId="LiveId" clId="{9E039210-9A9B-4D2A-9E5F-3BB0F9D7A0FD}" dt="2026-01-03T03:29:11.803" v="176"/>
          <ac:spMkLst>
            <pc:docMk/>
            <pc:sldMk cId="993842450" sldId="259"/>
            <ac:spMk id="4" creationId="{50EE26A3-190B-2FAA-181B-8E6A0F550074}"/>
          </ac:spMkLst>
        </pc:spChg>
      </pc:sldChg>
      <pc:sldChg chg="modSp new mod">
        <pc:chgData name="Baozhong Liu" userId="1a0da9163b2f1321" providerId="LiveId" clId="{9E039210-9A9B-4D2A-9E5F-3BB0F9D7A0FD}" dt="2026-01-03T03:31:41.819" v="189" actId="207"/>
        <pc:sldMkLst>
          <pc:docMk/>
          <pc:sldMk cId="1147047311" sldId="260"/>
        </pc:sldMkLst>
        <pc:spChg chg="mod">
          <ac:chgData name="Baozhong Liu" userId="1a0da9163b2f1321" providerId="LiveId" clId="{9E039210-9A9B-4D2A-9E5F-3BB0F9D7A0FD}" dt="2026-01-03T03:30:53.053" v="185"/>
          <ac:spMkLst>
            <pc:docMk/>
            <pc:sldMk cId="1147047311" sldId="260"/>
            <ac:spMk id="2" creationId="{8C8356AB-45CB-A5C2-2DD2-F51E56848EDB}"/>
          </ac:spMkLst>
        </pc:spChg>
        <pc:spChg chg="mod">
          <ac:chgData name="Baozhong Liu" userId="1a0da9163b2f1321" providerId="LiveId" clId="{9E039210-9A9B-4D2A-9E5F-3BB0F9D7A0FD}" dt="2026-01-03T03:31:41.819" v="189" actId="207"/>
          <ac:spMkLst>
            <pc:docMk/>
            <pc:sldMk cId="1147047311" sldId="260"/>
            <ac:spMk id="3" creationId="{35947187-E82C-C0E2-08F0-7D26A06749BE}"/>
          </ac:spMkLst>
        </pc:spChg>
      </pc:sldChg>
      <pc:sldChg chg="addSp modSp new mod">
        <pc:chgData name="Baozhong Liu" userId="1a0da9163b2f1321" providerId="LiveId" clId="{9E039210-9A9B-4D2A-9E5F-3BB0F9D7A0FD}" dt="2026-01-03T03:37:58.095" v="252" actId="207"/>
        <pc:sldMkLst>
          <pc:docMk/>
          <pc:sldMk cId="1274513962" sldId="261"/>
        </pc:sldMkLst>
        <pc:spChg chg="mod">
          <ac:chgData name="Baozhong Liu" userId="1a0da9163b2f1321" providerId="LiveId" clId="{9E039210-9A9B-4D2A-9E5F-3BB0F9D7A0FD}" dt="2026-01-03T03:33:18.924" v="194" actId="404"/>
          <ac:spMkLst>
            <pc:docMk/>
            <pc:sldMk cId="1274513962" sldId="261"/>
            <ac:spMk id="2" creationId="{5C87E89C-25C7-5822-C324-8111AE66D4F4}"/>
          </ac:spMkLst>
        </pc:spChg>
        <pc:spChg chg="mod">
          <ac:chgData name="Baozhong Liu" userId="1a0da9163b2f1321" providerId="LiveId" clId="{9E039210-9A9B-4D2A-9E5F-3BB0F9D7A0FD}" dt="2026-01-03T03:37:58.095" v="252" actId="207"/>
          <ac:spMkLst>
            <pc:docMk/>
            <pc:sldMk cId="1274513962" sldId="261"/>
            <ac:spMk id="3" creationId="{709C88C4-2240-6C07-36D0-93180CF1606A}"/>
          </ac:spMkLst>
        </pc:spChg>
        <pc:spChg chg="add">
          <ac:chgData name="Baozhong Liu" userId="1a0da9163b2f1321" providerId="LiveId" clId="{9E039210-9A9B-4D2A-9E5F-3BB0F9D7A0FD}" dt="2026-01-03T03:34:11.532" v="202"/>
          <ac:spMkLst>
            <pc:docMk/>
            <pc:sldMk cId="1274513962" sldId="261"/>
            <ac:spMk id="4" creationId="{60523559-E5C4-757A-AEA7-BF879FE1D4A1}"/>
          </ac:spMkLst>
        </pc:spChg>
      </pc:sldChg>
      <pc:sldChg chg="addSp delSp modSp new mod">
        <pc:chgData name="Baozhong Liu" userId="1a0da9163b2f1321" providerId="LiveId" clId="{9E039210-9A9B-4D2A-9E5F-3BB0F9D7A0FD}" dt="2026-01-03T03:42:24.773" v="316" actId="27636"/>
        <pc:sldMkLst>
          <pc:docMk/>
          <pc:sldMk cId="1712514980" sldId="262"/>
        </pc:sldMkLst>
        <pc:spChg chg="del">
          <ac:chgData name="Baozhong Liu" userId="1a0da9163b2f1321" providerId="LiveId" clId="{9E039210-9A9B-4D2A-9E5F-3BB0F9D7A0FD}" dt="2026-01-03T03:41:02.163" v="283" actId="478"/>
          <ac:spMkLst>
            <pc:docMk/>
            <pc:sldMk cId="1712514980" sldId="262"/>
            <ac:spMk id="2" creationId="{E69A947A-ADFB-A403-BC52-BB1191E295B4}"/>
          </ac:spMkLst>
        </pc:spChg>
        <pc:spChg chg="mod">
          <ac:chgData name="Baozhong Liu" userId="1a0da9163b2f1321" providerId="LiveId" clId="{9E039210-9A9B-4D2A-9E5F-3BB0F9D7A0FD}" dt="2026-01-03T03:42:24.773" v="316" actId="27636"/>
          <ac:spMkLst>
            <pc:docMk/>
            <pc:sldMk cId="1712514980" sldId="262"/>
            <ac:spMk id="3" creationId="{A9ECF12C-781E-EF5A-E27F-42B7731DA313}"/>
          </ac:spMkLst>
        </pc:spChg>
        <pc:spChg chg="add">
          <ac:chgData name="Baozhong Liu" userId="1a0da9163b2f1321" providerId="LiveId" clId="{9E039210-9A9B-4D2A-9E5F-3BB0F9D7A0FD}" dt="2026-01-03T03:39:00.013" v="268"/>
          <ac:spMkLst>
            <pc:docMk/>
            <pc:sldMk cId="1712514980" sldId="262"/>
            <ac:spMk id="4" creationId="{EFCC8B0F-77EB-2D4D-7BAC-6ADAD7BE57D0}"/>
          </ac:spMkLst>
        </pc:spChg>
        <pc:spChg chg="add">
          <ac:chgData name="Baozhong Liu" userId="1a0da9163b2f1321" providerId="LiveId" clId="{9E039210-9A9B-4D2A-9E5F-3BB0F9D7A0FD}" dt="2026-01-03T03:41:24.193" v="289"/>
          <ac:spMkLst>
            <pc:docMk/>
            <pc:sldMk cId="1712514980" sldId="262"/>
            <ac:spMk id="5" creationId="{567F79C3-9914-D581-C402-DA8AC4CF9FD3}"/>
          </ac:spMkLst>
        </pc:spChg>
        <pc:spChg chg="add">
          <ac:chgData name="Baozhong Liu" userId="1a0da9163b2f1321" providerId="LiveId" clId="{9E039210-9A9B-4D2A-9E5F-3BB0F9D7A0FD}" dt="2026-01-03T03:41:29.101" v="291"/>
          <ac:spMkLst>
            <pc:docMk/>
            <pc:sldMk cId="1712514980" sldId="262"/>
            <ac:spMk id="6" creationId="{ED2F67BF-4659-47B4-3E29-BA954F3DB1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A569-DB1A-03C6-7AD2-38963543C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48A94-0215-D547-A127-2D5B4CA77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F14E3-E01C-1CFB-7C98-04852C36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0EC7B-A132-76C3-01E8-EB4BEAD9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2F636-A4FA-4266-DEF8-C2243C70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6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4665-41BA-1AE8-406C-6E1316D74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B6D3-4710-B49C-FB26-3F949ACF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24576-535F-C8D8-EA81-AF866672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84F0D-BA22-B8E0-0B43-32D4DBF2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5243-A0AD-C340-B1E1-CF2F0A1A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B445-B7B9-BC38-4945-5E90CDB2E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A0474-0C6C-41BD-E9E5-5DA72FAB7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C7555-6AED-8278-8332-9BF6CECA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A94BD-59FB-2108-B649-8DB92A8D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1B6E-1022-902E-9E2B-9F45DC28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45C4-E0C0-067E-F4C1-36ED51DA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24A48-205D-DCFE-6BA8-7FE15C049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BCDA1-B98C-593E-1F7D-DB6670717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F279E-912D-6716-75DE-B814883E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96E2D-16C4-BBE4-4E75-85968A1C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F123D-0B2E-120C-C6D1-18B8404A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8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8E57-126F-5F85-5586-62F4F649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11F53-00F6-6536-6E7C-5B18C1B07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7626E-8B9C-BAAA-0BCC-2CC7F3105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43EE4-D40A-1E27-1624-074472DF5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D6AFF9-2B1D-DB4E-ED3A-575A22F75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4DE39D-DD77-CD50-9793-7E523A661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468C4-8061-08C1-CD8E-3AEA3BC1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6F131-6415-7AB0-1AA4-F8CA016C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7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5BB7-1F84-C9A5-8320-9C3359B18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AEBB75-603E-2F25-78A6-AEEAFB74F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F0AD0-2E19-E702-CF57-9DDC6503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B6A0A-2623-A8FD-0C4F-05E4F2E0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51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1857E-9151-FD8E-7466-FF6A48A1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4E55A-091F-EE38-1524-37206932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D68A4-16C0-F127-BDAD-2D4256A3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84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A3DC-29D7-0411-3C31-BD43E10BF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AEC5D-FEF7-7A6F-63C8-C55D40950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F616D-0F8C-B621-6E44-2AAC8FEE3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00FEF-CC77-B852-868C-5B47E62D0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E2E5C-E85F-7FA7-1F43-2415588B0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805A3-064B-0AE9-B788-EB77FAA3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0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2051-0D1D-DF90-610B-4CFC8826B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02ACD-82C0-2227-E2E5-8C1650DC6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C2CBD-150D-862B-E22E-CD41CC191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20848-8206-86F4-EA6F-2FC29BAD8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55C0D-0DC0-1225-BD42-300F6685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D03AF-4429-E67C-56C7-CD5BF69D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1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5D33-8254-4DA8-2C8B-AD5A40DA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7BCF0-7372-CDC7-E426-F014FEC66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6BC3B-1B06-5251-2F1C-365322E9B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B5462-27A9-C9DE-A9B3-9E444C56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AB824-4097-660A-A6F1-26784F590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1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40FF4-D678-6158-EA3D-FE2990CFF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4D2B0-D622-B9D1-CCD2-DEDE02442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2D6E5-E5A9-F57E-1DEC-4879CF81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C7980-D37A-8313-14BD-7D2BE107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B41E1-966E-264B-D042-F14538B5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2D262-D9DF-1128-3F60-C135C90B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E01C6-D4A2-5874-3ACE-F1CFE0C11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A42BA-1B3C-A624-F5F2-92A212142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D0E7B-FCB2-453D-9966-A18911D4AF61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22F80-7801-DA45-2BB2-4467D2877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1A4CB-D98E-D106-218D-E44F86B4E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98B23-26C1-466C-9BFD-7A3A1DFC3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5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lmj3s5kS5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3737-104E-5CEC-2926-53A104148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Claude.AI</a:t>
            </a:r>
            <a:br>
              <a:rPr lang="en-US" dirty="0"/>
            </a:br>
            <a:r>
              <a:rPr lang="en-US" dirty="0"/>
              <a:t>Console.anthropic.com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B34EB-45E6-08FB-295B-4CFE44B5D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paid both, but not sure about their differences and when to use each</a:t>
            </a:r>
          </a:p>
        </p:txBody>
      </p:sp>
    </p:spTree>
    <p:extLst>
      <p:ext uri="{BB962C8B-B14F-4D97-AF65-F5344CB8AC3E}">
        <p14:creationId xmlns:p14="http://schemas.microsoft.com/office/powerpoint/2010/main" val="2969713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06CD-4872-C6E4-CAF5-4FD97E9B7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4C06B9-7AF7-43D7-12BE-613C33BFF0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23014"/>
          <a:ext cx="10515600" cy="2956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095695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67839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20431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Claude.ai (Subscription)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Anthropic Console (API)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70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Payment Model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Fixed Monthly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($20 - $200)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Pay-As-You-Go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(Buy credits)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063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For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Chatting, using Artifacts, and Project features.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Coding tools (Cursor, Claude Code), custom apps.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225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Usage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"Fair use" limits (resets weekly/daily).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Precise (pay per word/token).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18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Interface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Clean web/mobile chat UI.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Developer terminal or 3rd-party tools.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581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100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105CF-C3F4-1EC3-C149-25C7EEC79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one should you keep?</a:t>
            </a:r>
            <a:br>
              <a:rPr lang="en-US" dirty="0"/>
            </a:br>
            <a:r>
              <a:rPr lang="en-US" sz="2700" dirty="0">
                <a:highlight>
                  <a:srgbClr val="FFFF00"/>
                </a:highlight>
              </a:rPr>
              <a:t>You don't necessarily need both, but it depends on </a:t>
            </a:r>
            <a:r>
              <a:rPr lang="en-US" sz="2700" b="1" dirty="0">
                <a:highlight>
                  <a:srgbClr val="FFFF00"/>
                </a:highlight>
              </a:rPr>
              <a:t>how</a:t>
            </a:r>
            <a:r>
              <a:rPr lang="en-US" sz="2700" dirty="0">
                <a:highlight>
                  <a:srgbClr val="FFFF00"/>
                </a:highlight>
              </a:rPr>
              <a:t> you use Claude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C765B-6E08-BDDF-0F4F-4811F66E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Keep the Claude.ai Subscription if:</a:t>
            </a:r>
          </a:p>
          <a:p>
            <a:pPr lvl="1"/>
            <a:r>
              <a:rPr lang="en-US" dirty="0"/>
              <a:t>You use </a:t>
            </a:r>
            <a:r>
              <a:rPr lang="en-US" b="1" dirty="0"/>
              <a:t>the web interface</a:t>
            </a:r>
            <a:r>
              <a:rPr lang="en-US" dirty="0"/>
              <a:t> or </a:t>
            </a:r>
            <a:r>
              <a:rPr lang="en-US" b="1" dirty="0"/>
              <a:t>mobile app</a:t>
            </a:r>
            <a:r>
              <a:rPr lang="en-US" dirty="0"/>
              <a:t> for daily writing, brainstorming, or analysis.</a:t>
            </a:r>
          </a:p>
          <a:p>
            <a:pPr lvl="1"/>
            <a:r>
              <a:rPr lang="en-US" dirty="0"/>
              <a:t>You use the "</a:t>
            </a:r>
            <a:r>
              <a:rPr lang="en-US" b="1" dirty="0"/>
              <a:t>Projects"</a:t>
            </a:r>
            <a:r>
              <a:rPr lang="en-US" dirty="0"/>
              <a:t> feature to upload documents and keep them in context.</a:t>
            </a:r>
          </a:p>
          <a:p>
            <a:pPr lvl="1"/>
            <a:r>
              <a:rPr lang="en-US" dirty="0"/>
              <a:t>You want a fixed cost of $20/month without worrying about "spending" per message.</a:t>
            </a:r>
          </a:p>
          <a:p>
            <a:pPr lvl="1"/>
            <a:r>
              <a:rPr lang="en-US" dirty="0"/>
              <a:t>Special Note: As a Pro/Max subscriber, you actually get included usage for </a:t>
            </a:r>
            <a:r>
              <a:rPr lang="en-US" dirty="0">
                <a:solidFill>
                  <a:srgbClr val="FF0000"/>
                </a:solidFill>
              </a:rPr>
              <a:t>Claude Code</a:t>
            </a:r>
            <a:r>
              <a:rPr lang="en-US" dirty="0"/>
              <a:t>. You don't have to use API credits for it unless you hit your subscription limits.</a:t>
            </a:r>
          </a:p>
        </p:txBody>
      </p:sp>
    </p:spTree>
    <p:extLst>
      <p:ext uri="{BB962C8B-B14F-4D97-AF65-F5344CB8AC3E}">
        <p14:creationId xmlns:p14="http://schemas.microsoft.com/office/powerpoint/2010/main" val="3376754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9E64-6999-FBEF-1620-F8324BA8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Keep the Anthropic Console (Credits) if: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64CD7-9FE6-370A-2D51-7EE4D5545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only use Claude through 3rd-party coding tools like Cursor, Cline, or VS Code extensions.</a:t>
            </a:r>
          </a:p>
          <a:p>
            <a:r>
              <a:rPr lang="en-US" dirty="0"/>
              <a:t>You are a developer </a:t>
            </a:r>
            <a:r>
              <a:rPr lang="en-US" dirty="0">
                <a:highlight>
                  <a:srgbClr val="FFFF00"/>
                </a:highlight>
              </a:rPr>
              <a:t>building your own software </a:t>
            </a:r>
            <a:r>
              <a:rPr lang="en-US" dirty="0"/>
              <a:t>that uses Claude's "</a:t>
            </a:r>
            <a:r>
              <a:rPr lang="en-US" dirty="0">
                <a:solidFill>
                  <a:srgbClr val="FF0000"/>
                </a:solidFill>
              </a:rPr>
              <a:t>brain</a:t>
            </a:r>
            <a:r>
              <a:rPr lang="en-US" dirty="0"/>
              <a:t>.“</a:t>
            </a:r>
          </a:p>
          <a:p>
            <a:r>
              <a:rPr lang="en-US" dirty="0"/>
              <a:t>You are a very light user—sometimes $5 of credits can last a light user months, making it cheaper than a $20 subscription.</a:t>
            </a:r>
          </a:p>
        </p:txBody>
      </p:sp>
    </p:spTree>
    <p:extLst>
      <p:ext uri="{BB962C8B-B14F-4D97-AF65-F5344CB8AC3E}">
        <p14:creationId xmlns:p14="http://schemas.microsoft.com/office/powerpoint/2010/main" val="99384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56AB-45CB-A5C2-2DD2-F51E5684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Important Tip: Claude Code &amp; </a:t>
            </a:r>
            <a:r>
              <a:rPr lang="fr-FR" dirty="0" err="1"/>
              <a:t>Billing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47187-E82C-C0E2-08F0-7D26A0674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 use </a:t>
            </a:r>
            <a:r>
              <a:rPr lang="en-US" b="1" dirty="0"/>
              <a:t>Claude Code</a:t>
            </a:r>
            <a:r>
              <a:rPr lang="en-US" dirty="0"/>
              <a:t>, it will look for an ANTHROPIC_API_KEY on your computer first. If it finds one, it will charge your </a:t>
            </a:r>
            <a:r>
              <a:rPr lang="en-US" b="1" dirty="0"/>
              <a:t>Console credits</a:t>
            </a:r>
            <a:r>
              <a:rPr lang="en-US" dirty="0"/>
              <a:t>. If you want it to use your </a:t>
            </a:r>
            <a:r>
              <a:rPr lang="en-US" b="1" dirty="0"/>
              <a:t>Monthly subscription</a:t>
            </a:r>
            <a:r>
              <a:rPr lang="en-US" dirty="0"/>
              <a:t> instead, you should </a:t>
            </a:r>
            <a:r>
              <a:rPr lang="en-US" dirty="0">
                <a:solidFill>
                  <a:srgbClr val="FF0000"/>
                </a:solidFill>
              </a:rPr>
              <a:t>run </a:t>
            </a:r>
            <a:r>
              <a:rPr lang="en-US" dirty="0" err="1">
                <a:solidFill>
                  <a:srgbClr val="FF0000"/>
                </a:solidFill>
              </a:rPr>
              <a:t>claude</a:t>
            </a:r>
            <a:r>
              <a:rPr lang="en-US" dirty="0">
                <a:solidFill>
                  <a:srgbClr val="FF0000"/>
                </a:solidFill>
              </a:rPr>
              <a:t> logout and then </a:t>
            </a:r>
            <a:r>
              <a:rPr lang="en-US" dirty="0" err="1">
                <a:solidFill>
                  <a:srgbClr val="FF0000"/>
                </a:solidFill>
              </a:rPr>
              <a:t>claude</a:t>
            </a:r>
            <a:r>
              <a:rPr lang="en-US" dirty="0">
                <a:solidFill>
                  <a:srgbClr val="FF0000"/>
                </a:solidFill>
              </a:rPr>
              <a:t> login</a:t>
            </a:r>
            <a:r>
              <a:rPr lang="en-US" dirty="0"/>
              <a:t>, choosing the </a:t>
            </a:r>
            <a:r>
              <a:rPr lang="en-US" b="1" dirty="0"/>
              <a:t>Claude.ai</a:t>
            </a:r>
            <a:r>
              <a:rPr lang="en-US" dirty="0"/>
              <a:t> option.</a:t>
            </a:r>
          </a:p>
        </p:txBody>
      </p:sp>
    </p:spTree>
    <p:extLst>
      <p:ext uri="{BB962C8B-B14F-4D97-AF65-F5344CB8AC3E}">
        <p14:creationId xmlns:p14="http://schemas.microsoft.com/office/powerpoint/2010/main" val="1147047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E89C-25C7-5822-C324-8111AE66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To switch your Claude Code billing from API credits to your </a:t>
            </a:r>
            <a:r>
              <a:rPr lang="en-US" sz="3200" b="1" dirty="0"/>
              <a:t>Claude.ai subscription</a:t>
            </a:r>
            <a:r>
              <a:rPr lang="en-US" sz="3200" dirty="0"/>
              <a:t> (Pro, Max, or Team plans), follow these specific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C88C4-2240-6C07-36D0-93180CF16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Completely Exit and Logout</a:t>
            </a:r>
          </a:p>
          <a:p>
            <a:pPr marL="457200" lvl="1" indent="0">
              <a:buNone/>
            </a:pPr>
            <a:r>
              <a:rPr lang="en-US" dirty="0"/>
              <a:t>First, you must terminate any active sessions and clear your current authentication credentials.</a:t>
            </a:r>
          </a:p>
          <a:p>
            <a:pPr lvl="1"/>
            <a:r>
              <a:rPr lang="en-US" dirty="0"/>
              <a:t>If you are inside a Claude session, type /logout and press Enter.</a:t>
            </a:r>
          </a:p>
          <a:p>
            <a:pPr lvl="1"/>
            <a:r>
              <a:rPr lang="en-US" dirty="0"/>
              <a:t>If you are at your standard terminal (PowerShell, Bash, etc.), run: </a:t>
            </a:r>
            <a:r>
              <a:rPr lang="en-US" dirty="0" err="1"/>
              <a:t>claude</a:t>
            </a:r>
            <a:r>
              <a:rPr lang="en-US" dirty="0"/>
              <a:t> logout, or, </a:t>
            </a:r>
            <a:r>
              <a:rPr lang="en-US" dirty="0" err="1"/>
              <a:t>claude</a:t>
            </a:r>
            <a:r>
              <a:rPr lang="en-US" dirty="0"/>
              <a:t> auth logout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Remove the "API Key" Conflict (Critical)</a:t>
            </a:r>
          </a:p>
          <a:p>
            <a:pPr marL="457200" lvl="1" indent="0">
              <a:buNone/>
            </a:pPr>
            <a:r>
              <a:rPr lang="en-US" dirty="0"/>
              <a:t>If you have an </a:t>
            </a:r>
            <a:r>
              <a:rPr lang="en-US" b="1" dirty="0"/>
              <a:t>ANTHROPIC_API_KEY</a:t>
            </a:r>
            <a:r>
              <a:rPr lang="en-US" dirty="0"/>
              <a:t> set as an environment variable, Claude Code will prioritize it and bill your API credits regardless of your login status.</a:t>
            </a:r>
          </a:p>
          <a:p>
            <a:pPr lvl="1"/>
            <a:r>
              <a:rPr lang="en-US" b="1" dirty="0"/>
              <a:t>On Windows (PowerShell)</a:t>
            </a:r>
            <a:r>
              <a:rPr lang="en-US" dirty="0"/>
              <a:t>: Run </a:t>
            </a:r>
            <a:r>
              <a:rPr lang="en-US" dirty="0">
                <a:highlight>
                  <a:srgbClr val="FFFF00"/>
                </a:highlight>
              </a:rPr>
              <a:t>Remove-Item </a:t>
            </a:r>
            <a:r>
              <a:rPr lang="en-US" dirty="0" err="1">
                <a:highlight>
                  <a:srgbClr val="FFFF00"/>
                </a:highlight>
              </a:rPr>
              <a:t>Env:ANTHROPIC_API_KEY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On macOS/Linux: Run unset ANTHROPIC_API_KEY.</a:t>
            </a:r>
          </a:p>
          <a:p>
            <a:pPr lvl="1"/>
            <a:r>
              <a:rPr lang="en-US" dirty="0"/>
              <a:t>Ensure the key is also commented out or removed from files like 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bashrc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zshrc</a:t>
            </a:r>
            <a:r>
              <a:rPr lang="en-US" dirty="0"/>
              <a:t>, or </a:t>
            </a:r>
            <a:r>
              <a:rPr lang="en-US" dirty="0">
                <a:solidFill>
                  <a:srgbClr val="FF0000"/>
                </a:solidFill>
              </a:rPr>
              <a:t>.env </a:t>
            </a:r>
            <a:r>
              <a:rPr lang="en-US" dirty="0"/>
              <a:t>to prevent it from reloading.</a:t>
            </a:r>
          </a:p>
        </p:txBody>
      </p:sp>
    </p:spTree>
    <p:extLst>
      <p:ext uri="{BB962C8B-B14F-4D97-AF65-F5344CB8AC3E}">
        <p14:creationId xmlns:p14="http://schemas.microsoft.com/office/powerpoint/2010/main" val="127451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CF12C-781E-EF5A-E27F-42B7731DA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829"/>
            <a:ext cx="10515600" cy="597013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it-IT" dirty="0"/>
              <a:t>Log In via Claude.ai</a:t>
            </a:r>
          </a:p>
          <a:p>
            <a:pPr marL="457200" lvl="1" indent="0">
              <a:buNone/>
            </a:pPr>
            <a:r>
              <a:rPr lang="en-US" dirty="0"/>
              <a:t>Now, start the login process to connect your subscription: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Type </a:t>
            </a:r>
            <a:r>
              <a:rPr lang="en-US" dirty="0" err="1"/>
              <a:t>claude</a:t>
            </a:r>
            <a:r>
              <a:rPr lang="en-US" dirty="0"/>
              <a:t> login in your terminal.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When prompted to select a login method, choose:</a:t>
            </a:r>
          </a:p>
          <a:p>
            <a:pPr marL="914400" lvl="2" indent="0">
              <a:buNone/>
            </a:pPr>
            <a:r>
              <a:rPr lang="en-US" dirty="0"/>
              <a:t>&gt;1. Claude account with subscription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Your terminal will provide a </a:t>
            </a:r>
            <a:r>
              <a:rPr lang="en-US" b="1" dirty="0"/>
              <a:t>link and a temporary code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Open the link in your browser, log into your </a:t>
            </a:r>
            <a:r>
              <a:rPr lang="en-US" b="1" dirty="0"/>
              <a:t>Claude.ai</a:t>
            </a:r>
            <a:r>
              <a:rPr lang="en-US" dirty="0"/>
              <a:t> account (the one with the active subscription), and enter the code to authorize.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Verify the Connection</a:t>
            </a:r>
          </a:p>
          <a:p>
            <a:pPr marL="457200" lvl="1" indent="0">
              <a:buNone/>
            </a:pPr>
            <a:r>
              <a:rPr lang="it-IT" dirty="0"/>
              <a:t> </a:t>
            </a:r>
            <a:r>
              <a:rPr lang="en-US" dirty="0"/>
              <a:t>Once logged back in, you can confirm you are correctly using your subscription by running: /status</a:t>
            </a:r>
          </a:p>
          <a:p>
            <a:pPr marL="457200" lvl="1" indent="0">
              <a:buNone/>
            </a:pPr>
            <a:r>
              <a:rPr lang="en-US" dirty="0"/>
              <a:t>This command will display your remaining subscription allocation (e.g., how much of your Pro or Max usage is left) rather than a dollar balance.</a:t>
            </a:r>
          </a:p>
          <a:p>
            <a:pPr marL="457200" lvl="1" indent="0">
              <a:buNone/>
            </a:pPr>
            <a:r>
              <a:rPr lang="en-US" dirty="0">
                <a:hlinkClick r:id="rId2"/>
              </a:rPr>
              <a:t>How to Logout of Claude Code</a:t>
            </a:r>
            <a:r>
              <a:rPr lang="en-US" dirty="0"/>
              <a:t> This video is relevant because it provides a visual walkthrough of the exact terminal commands and browser-based OAuth authorization required to switch accounts.</a:t>
            </a:r>
          </a:p>
          <a:p>
            <a:pPr marL="457200" lvl="1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251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710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Google Sans Text</vt:lpstr>
      <vt:lpstr>Aptos</vt:lpstr>
      <vt:lpstr>Aptos Display</vt:lpstr>
      <vt:lpstr>Arial</vt:lpstr>
      <vt:lpstr>Office Theme</vt:lpstr>
      <vt:lpstr>Claude.AI Console.anthropic.com</vt:lpstr>
      <vt:lpstr>Comparison</vt:lpstr>
      <vt:lpstr>Which one should you keep? You don't necessarily need both, but it depends on how you use Claude</vt:lpstr>
      <vt:lpstr>2. Keep the Anthropic Console (Credits) if:</vt:lpstr>
      <vt:lpstr>Important Tip: Claude Code &amp; Billing</vt:lpstr>
      <vt:lpstr>To switch your Claude Code billing from API credits to your Claude.ai subscription (Pro, Max, or Team plans), follow these specific steps: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2026-01-03T03:21:14Z</dcterms:created>
  <dcterms:modified xsi:type="dcterms:W3CDTF">2026-01-03T03:42:32Z</dcterms:modified>
</cp:coreProperties>
</file>