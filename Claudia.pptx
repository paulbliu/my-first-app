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A3A5-BAD9-C83D-4763-F6E298F53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0774E-9CB6-603F-7EA4-0EE231817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1EA11-2CD1-6FF4-933E-DBA7D682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89FAE-2D9E-4214-96CC-B9E49C40C67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D8CE2-423B-B0D4-17A4-C881ED95F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F9068-500C-394E-3D98-4D51AD7E7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58393-6C9E-4B01-9126-C5578773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3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AEB4E-B975-C08E-FA6C-00BB1A80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695E-2B9F-3677-BF65-5750727D7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B7E9-7456-80EC-DA59-77C84879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89FAE-2D9E-4214-96CC-B9E49C40C67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DC832-51DC-57BF-A08A-847E974F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075E9-2E7C-94F7-FCE6-619B6A032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58393-6C9E-4B01-9126-C5578773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2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E8663-1FA0-ADB9-AF9C-C9C11DE3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5CB12-AB7E-5B8F-F026-1470C186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A6438-4078-11A4-FD9F-41AD7A44A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89FAE-2D9E-4214-96CC-B9E49C40C67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595AC-3E40-95F9-C7F0-FD1FF0305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A3C8E-86C8-AC0F-69C6-840AE5742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58393-6C9E-4B01-9126-C5578773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11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6A33-FCC4-0CB5-9F67-43FA28F56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301EA-E762-1F61-4D41-2011787D1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541EE-F14D-8834-7C27-B520CD31A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BE449-95DE-529E-8DAD-3D165346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89FAE-2D9E-4214-96CC-B9E49C40C67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08DE9-5686-274D-B4EA-03FB7CC7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141E6-ECCC-D650-9D5B-ED10F42E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58393-6C9E-4B01-9126-C5578773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20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8AA51-44A9-6D35-A210-3C90C9150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992D4-C00C-E580-2E9E-CD871C9F7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73880-CC89-4052-2E92-5CBBCAB6A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75425B-F321-9690-E7FB-CCCDBE630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B8EFB-F3FF-3576-AD2B-426BC3881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36713D-72A4-A947-C61D-85F18D3B1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89FAE-2D9E-4214-96CC-B9E49C40C67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71002-DF3B-EE31-6ECD-562A73E5B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EE2AC2-9932-3617-0CA2-E05625B7C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58393-6C9E-4B01-9126-C5578773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5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5F34-CE18-7E72-1F4D-26D5A6E4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E88984-DEFC-4012-F846-C1FA41385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89FAE-2D9E-4214-96CC-B9E49C40C67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FBAC4-1E37-C205-2C2E-70779C5EF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7520F-5018-8D05-0A2E-1794E1EC8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58393-6C9E-4B01-9126-C5578773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02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F6DCF2-E165-4CEF-C70B-2CF96DEA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89FAE-2D9E-4214-96CC-B9E49C40C67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4BF812-F10F-C311-7684-FDBE0CC8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00C8F-7BF5-E7B7-77A3-89AA2ADE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58393-6C9E-4B01-9126-C5578773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9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B0A73-ED4D-4DE2-B5C0-0B964A21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B0CB8-9B1B-F634-6664-CC5445B55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E04FD-FB6D-92F6-6222-C8E2C1396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707F1-9DC4-F558-2CEC-22BA88D9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89FAE-2D9E-4214-96CC-B9E49C40C67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2C594-221D-05CB-0CC7-62441C529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91C84-0618-5801-AE07-68141464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58393-6C9E-4B01-9126-C5578773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95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B0DE-78F1-E1E3-73A8-B42A5123E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3ED53-B448-7DDE-A956-CF7E32CBD3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AFBB9-3122-E0FB-F393-B758E92E8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5BEA7-58A6-B4E1-6B22-0C9522BA8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89FAE-2D9E-4214-96CC-B9E49C40C67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BC2A2-9DBE-78FE-EC54-37AECD51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C89F5-09A9-B7A7-67F4-A457A479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58393-6C9E-4B01-9126-C5578773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6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11DB-5B20-94E7-A0F7-D0AA5DCB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7B0A9-2D1C-B0F1-BCD5-0FFFBFD12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804AE-005E-52A6-EF35-8A2CE4AE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89FAE-2D9E-4214-96CC-B9E49C40C67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73242-AC32-6E57-529C-40C7840EC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502A4-B628-C1BE-3B3E-456746CD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58393-6C9E-4B01-9126-C5578773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619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5C2B0-BCC9-74A1-F125-4FF28ED5B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7ECD1-1C0C-E616-DAD1-888A6948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7CE44-A42C-15C0-974A-C4E5823F4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89FAE-2D9E-4214-96CC-B9E49C40C67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7FFC9-2916-521E-E993-72374B4BF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A1152-6B29-9CED-7F7F-3E054A8E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58393-6C9E-4B01-9126-C5578773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CD74C-7583-1896-888B-D1D713287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8F218-A5D3-4B65-5F2E-BFFF1D067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4C156-3F3C-985C-8B0B-1AACD895B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89FAE-2D9E-4214-96CC-B9E49C40C67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45CDF-CAAA-F813-320E-3FB34828D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5143B-EB8E-F476-F7FE-E6B64BDA4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58393-6C9E-4B01-9126-C5578773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1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BDD1-B336-DCAD-E491-9EB6EBD81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Claudia</a:t>
            </a:r>
            <a:br>
              <a:rPr lang="en-US" dirty="0"/>
            </a:br>
            <a:r>
              <a:rPr lang="en-US" dirty="0"/>
              <a:t>https://claudia.so/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FE284D-6A67-698E-ADA2-DB887570F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171" y="3744822"/>
            <a:ext cx="7746515" cy="282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02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Claudia https://claudia.so/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Paul</dc:creator>
  <cp:lastModifiedBy>Liu, Paul</cp:lastModifiedBy>
  <cp:revision>1</cp:revision>
  <dcterms:created xsi:type="dcterms:W3CDTF">2026-01-03T04:01:35Z</dcterms:created>
  <dcterms:modified xsi:type="dcterms:W3CDTF">2026-01-03T04:03:07Z</dcterms:modified>
</cp:coreProperties>
</file>